
<file path=[Content_Types].xml><?xml version="1.0" encoding="utf-8"?>
<Types xmlns="http://schemas.openxmlformats.org/package/2006/content-types">
  <Default ContentType="image/jpeg" Extension="jpg"/>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67"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 id="298" r:id="rId47"/>
    <p:sldId id="299" r:id="rId48"/>
    <p:sldId id="300" r:id="rId49"/>
    <p:sldId id="301" r:id="rId50"/>
    <p:sldId id="302" r:id="rId51"/>
    <p:sldId id="303" r:id="rId52"/>
    <p:sldId id="304" r:id="rId53"/>
    <p:sldId id="305" r:id="rId54"/>
    <p:sldId id="306" r:id="rId55"/>
    <p:sldId id="307" r:id="rId56"/>
    <p:sldId id="308" r:id="rId57"/>
    <p:sldId id="309" r:id="rId58"/>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6.xml"/><Relationship Id="rId42" Type="http://schemas.openxmlformats.org/officeDocument/2006/relationships/slide" Target="slides/slide38.xml"/><Relationship Id="rId41" Type="http://schemas.openxmlformats.org/officeDocument/2006/relationships/slide" Target="slides/slide37.xml"/><Relationship Id="rId44" Type="http://schemas.openxmlformats.org/officeDocument/2006/relationships/slide" Target="slides/slide40.xml"/><Relationship Id="rId43" Type="http://schemas.openxmlformats.org/officeDocument/2006/relationships/slide" Target="slides/slide39.xml"/><Relationship Id="rId46" Type="http://schemas.openxmlformats.org/officeDocument/2006/relationships/slide" Target="slides/slide42.xml"/><Relationship Id="rId45" Type="http://schemas.openxmlformats.org/officeDocument/2006/relationships/slide" Target="slides/slide41.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48" Type="http://schemas.openxmlformats.org/officeDocument/2006/relationships/slide" Target="slides/slide44.xml"/><Relationship Id="rId47" Type="http://schemas.openxmlformats.org/officeDocument/2006/relationships/slide" Target="slides/slide43.xml"/><Relationship Id="rId49" Type="http://schemas.openxmlformats.org/officeDocument/2006/relationships/slide" Target="slides/slide45.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33" Type="http://schemas.openxmlformats.org/officeDocument/2006/relationships/slide" Target="slides/slide29.xml"/><Relationship Id="rId32" Type="http://schemas.openxmlformats.org/officeDocument/2006/relationships/slide" Target="slides/slide28.xml"/><Relationship Id="rId35" Type="http://schemas.openxmlformats.org/officeDocument/2006/relationships/slide" Target="slides/slide31.xml"/><Relationship Id="rId34" Type="http://schemas.openxmlformats.org/officeDocument/2006/relationships/slide" Target="slides/slide30.xml"/><Relationship Id="rId37" Type="http://schemas.openxmlformats.org/officeDocument/2006/relationships/slide" Target="slides/slide33.xml"/><Relationship Id="rId36" Type="http://schemas.openxmlformats.org/officeDocument/2006/relationships/slide" Target="slides/slide32.xml"/><Relationship Id="rId39" Type="http://schemas.openxmlformats.org/officeDocument/2006/relationships/slide" Target="slides/slide35.xml"/><Relationship Id="rId38" Type="http://schemas.openxmlformats.org/officeDocument/2006/relationships/slide" Target="slides/slide34.xml"/><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29" Type="http://schemas.openxmlformats.org/officeDocument/2006/relationships/slide" Target="slides/slide25.xml"/><Relationship Id="rId51" Type="http://schemas.openxmlformats.org/officeDocument/2006/relationships/slide" Target="slides/slide47.xml"/><Relationship Id="rId50" Type="http://schemas.openxmlformats.org/officeDocument/2006/relationships/slide" Target="slides/slide46.xml"/><Relationship Id="rId53" Type="http://schemas.openxmlformats.org/officeDocument/2006/relationships/slide" Target="slides/slide49.xml"/><Relationship Id="rId52" Type="http://schemas.openxmlformats.org/officeDocument/2006/relationships/slide" Target="slides/slide48.xml"/><Relationship Id="rId11" Type="http://schemas.openxmlformats.org/officeDocument/2006/relationships/slide" Target="slides/slide7.xml"/><Relationship Id="rId55" Type="http://schemas.openxmlformats.org/officeDocument/2006/relationships/slide" Target="slides/slide51.xml"/><Relationship Id="rId10" Type="http://schemas.openxmlformats.org/officeDocument/2006/relationships/slide" Target="slides/slide6.xml"/><Relationship Id="rId54" Type="http://schemas.openxmlformats.org/officeDocument/2006/relationships/slide" Target="slides/slide50.xml"/><Relationship Id="rId13" Type="http://schemas.openxmlformats.org/officeDocument/2006/relationships/slide" Target="slides/slide9.xml"/><Relationship Id="rId57" Type="http://schemas.openxmlformats.org/officeDocument/2006/relationships/slide" Target="slides/slide53.xml"/><Relationship Id="rId12" Type="http://schemas.openxmlformats.org/officeDocument/2006/relationships/slide" Target="slides/slide8.xml"/><Relationship Id="rId56" Type="http://schemas.openxmlformats.org/officeDocument/2006/relationships/slide" Target="slides/slide52.xml"/><Relationship Id="rId15" Type="http://schemas.openxmlformats.org/officeDocument/2006/relationships/slide" Target="slides/slide11.xml"/><Relationship Id="rId14" Type="http://schemas.openxmlformats.org/officeDocument/2006/relationships/slide" Target="slides/slide10.xml"/><Relationship Id="rId58" Type="http://schemas.openxmlformats.org/officeDocument/2006/relationships/slide" Target="slides/slide54.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4" name="Google Shape;154;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2" name="Google Shape;162;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8" name="Google Shape;168;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5" name="Google Shape;175;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1" name="Google Shape;181;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7" name="Google Shape;187;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9" name="Google Shape;199;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8" name="Google Shape;208;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p1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3" name="Google Shape;213;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p1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8" name="Google Shape;218;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p1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5" name="Google Shape;225;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30" name="Google Shape;230;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p14: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35" name="Google Shape;235;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1" name="Google Shape;241;p1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242" name="Google Shape;242;p1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0" name="Google Shape;250;p1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251" name="Google Shape;251;p1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p17: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59" name="Google Shape;259;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p18: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65" name="Google Shape;265;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19: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71" name="Google Shape;271;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7" name="Google Shape;277;p2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278" name="Google Shape;278;p2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000000"/>
                </a:solidFill>
                <a:latin typeface="Arial"/>
                <a:ea typeface="Arial"/>
                <a:cs typeface="Arial"/>
                <a:sym typeface="Arial"/>
              </a:rPr>
              <a:t>‹#›</a:t>
            </a:fld>
            <a:endParaRPr b="0" i="0" sz="1200" u="none" cap="none" strike="noStrike">
              <a:solidFill>
                <a:srgbClr val="000000"/>
              </a:solidFill>
              <a:latin typeface="Arial"/>
              <a:ea typeface="Arial"/>
              <a:cs typeface="Arial"/>
              <a:sym typeface="Aria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p21: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86" name="Google Shape;286;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p22: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92" name="Google Shape;292;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p23: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98" name="Google Shape;298;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p24: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04" name="Google Shape;304;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10" name="Google Shape;310;p2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16" name="Google Shape;316;p2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p2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2" name="Google Shape;322;p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p2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8" name="Google Shape;328;p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p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33" name="Google Shape;333;p2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p3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41" name="Google Shape;341;p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p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47" name="Google Shape;347;p3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 name="Shape 352"/>
        <p:cNvGrpSpPr/>
        <p:nvPr/>
      </p:nvGrpSpPr>
      <p:grpSpPr>
        <a:xfrm>
          <a:off x="0" y="0"/>
          <a:ext cx="0" cy="0"/>
          <a:chOff x="0" y="0"/>
          <a:chExt cx="0" cy="0"/>
        </a:xfrm>
      </p:grpSpPr>
      <p:sp>
        <p:nvSpPr>
          <p:cNvPr id="353" name="Google Shape;353;p3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54" name="Google Shape;354;p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p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60" name="Google Shape;360;p3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p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65" name="Google Shape;365;p3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p3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71" name="Google Shape;371;p3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 name="Shape 375"/>
        <p:cNvGrpSpPr/>
        <p:nvPr/>
      </p:nvGrpSpPr>
      <p:grpSpPr>
        <a:xfrm>
          <a:off x="0" y="0"/>
          <a:ext cx="0" cy="0"/>
          <a:chOff x="0" y="0"/>
          <a:chExt cx="0" cy="0"/>
        </a:xfrm>
      </p:grpSpPr>
      <p:sp>
        <p:nvSpPr>
          <p:cNvPr id="376" name="Google Shape;376;p3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77" name="Google Shape;377;p3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 name="Shape 381"/>
        <p:cNvGrpSpPr/>
        <p:nvPr/>
      </p:nvGrpSpPr>
      <p:grpSpPr>
        <a:xfrm>
          <a:off x="0" y="0"/>
          <a:ext cx="0" cy="0"/>
          <a:chOff x="0" y="0"/>
          <a:chExt cx="0" cy="0"/>
        </a:xfrm>
      </p:grpSpPr>
      <p:sp>
        <p:nvSpPr>
          <p:cNvPr id="382" name="Google Shape;382;p3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83" name="Google Shape;383;p3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7" name="Shape 387"/>
        <p:cNvGrpSpPr/>
        <p:nvPr/>
      </p:nvGrpSpPr>
      <p:grpSpPr>
        <a:xfrm>
          <a:off x="0" y="0"/>
          <a:ext cx="0" cy="0"/>
          <a:chOff x="0" y="0"/>
          <a:chExt cx="0" cy="0"/>
        </a:xfrm>
      </p:grpSpPr>
      <p:sp>
        <p:nvSpPr>
          <p:cNvPr id="388" name="Google Shape;388;p4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89" name="Google Shape;389;p4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p4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95" name="Google Shape;395;p4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p4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01" name="Google Shape;401;p4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 name="Shape 405"/>
        <p:cNvGrpSpPr/>
        <p:nvPr/>
      </p:nvGrpSpPr>
      <p:grpSpPr>
        <a:xfrm>
          <a:off x="0" y="0"/>
          <a:ext cx="0" cy="0"/>
          <a:chOff x="0" y="0"/>
          <a:chExt cx="0" cy="0"/>
        </a:xfrm>
      </p:grpSpPr>
      <p:sp>
        <p:nvSpPr>
          <p:cNvPr id="406" name="Google Shape;406;p4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07" name="Google Shape;407;p4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1" name="Shape 411"/>
        <p:cNvGrpSpPr/>
        <p:nvPr/>
      </p:nvGrpSpPr>
      <p:grpSpPr>
        <a:xfrm>
          <a:off x="0" y="0"/>
          <a:ext cx="0" cy="0"/>
          <a:chOff x="0" y="0"/>
          <a:chExt cx="0" cy="0"/>
        </a:xfrm>
      </p:grpSpPr>
      <p:sp>
        <p:nvSpPr>
          <p:cNvPr id="412" name="Google Shape;412;p4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13" name="Google Shape;413;p4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7" name="Shape 417"/>
        <p:cNvGrpSpPr/>
        <p:nvPr/>
      </p:nvGrpSpPr>
      <p:grpSpPr>
        <a:xfrm>
          <a:off x="0" y="0"/>
          <a:ext cx="0" cy="0"/>
          <a:chOff x="0" y="0"/>
          <a:chExt cx="0" cy="0"/>
        </a:xfrm>
      </p:grpSpPr>
      <p:sp>
        <p:nvSpPr>
          <p:cNvPr id="418" name="Google Shape;418;p4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19" name="Google Shape;419;p4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3" name="Shape 423"/>
        <p:cNvGrpSpPr/>
        <p:nvPr/>
      </p:nvGrpSpPr>
      <p:grpSpPr>
        <a:xfrm>
          <a:off x="0" y="0"/>
          <a:ext cx="0" cy="0"/>
          <a:chOff x="0" y="0"/>
          <a:chExt cx="0" cy="0"/>
        </a:xfrm>
      </p:grpSpPr>
      <p:sp>
        <p:nvSpPr>
          <p:cNvPr id="424" name="Google Shape;424;p4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25" name="Google Shape;425;p4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p4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31" name="Google Shape;431;p4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5" name="Shape 435"/>
        <p:cNvGrpSpPr/>
        <p:nvPr/>
      </p:nvGrpSpPr>
      <p:grpSpPr>
        <a:xfrm>
          <a:off x="0" y="0"/>
          <a:ext cx="0" cy="0"/>
          <a:chOff x="0" y="0"/>
          <a:chExt cx="0" cy="0"/>
        </a:xfrm>
      </p:grpSpPr>
      <p:sp>
        <p:nvSpPr>
          <p:cNvPr id="436" name="Google Shape;436;p4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37" name="Google Shape;437;p4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1" name="Shape 441"/>
        <p:cNvGrpSpPr/>
        <p:nvPr/>
      </p:nvGrpSpPr>
      <p:grpSpPr>
        <a:xfrm>
          <a:off x="0" y="0"/>
          <a:ext cx="0" cy="0"/>
          <a:chOff x="0" y="0"/>
          <a:chExt cx="0" cy="0"/>
        </a:xfrm>
      </p:grpSpPr>
      <p:sp>
        <p:nvSpPr>
          <p:cNvPr id="442" name="Google Shape;442;p4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43" name="Google Shape;443;p4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6" name="Shape 466"/>
        <p:cNvGrpSpPr/>
        <p:nvPr/>
      </p:nvGrpSpPr>
      <p:grpSpPr>
        <a:xfrm>
          <a:off x="0" y="0"/>
          <a:ext cx="0" cy="0"/>
          <a:chOff x="0" y="0"/>
          <a:chExt cx="0" cy="0"/>
        </a:xfrm>
      </p:grpSpPr>
      <p:sp>
        <p:nvSpPr>
          <p:cNvPr id="467" name="Google Shape;467;p50: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68" name="Google Shape;468;p5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1" name="Shape 471"/>
        <p:cNvGrpSpPr/>
        <p:nvPr/>
      </p:nvGrpSpPr>
      <p:grpSpPr>
        <a:xfrm>
          <a:off x="0" y="0"/>
          <a:ext cx="0" cy="0"/>
          <a:chOff x="0" y="0"/>
          <a:chExt cx="0" cy="0"/>
        </a:xfrm>
      </p:grpSpPr>
      <p:sp>
        <p:nvSpPr>
          <p:cNvPr id="472" name="Google Shape;472;p51: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73" name="Google Shape;473;p5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7" name="Shape 477"/>
        <p:cNvGrpSpPr/>
        <p:nvPr/>
      </p:nvGrpSpPr>
      <p:grpSpPr>
        <a:xfrm>
          <a:off x="0" y="0"/>
          <a:ext cx="0" cy="0"/>
          <a:chOff x="0" y="0"/>
          <a:chExt cx="0" cy="0"/>
        </a:xfrm>
      </p:grpSpPr>
      <p:sp>
        <p:nvSpPr>
          <p:cNvPr id="478" name="Google Shape;478;p52: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79" name="Google Shape;479;p5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3" name="Shape 483"/>
        <p:cNvGrpSpPr/>
        <p:nvPr/>
      </p:nvGrpSpPr>
      <p:grpSpPr>
        <a:xfrm>
          <a:off x="0" y="0"/>
          <a:ext cx="0" cy="0"/>
          <a:chOff x="0" y="0"/>
          <a:chExt cx="0" cy="0"/>
        </a:xfrm>
      </p:grpSpPr>
      <p:sp>
        <p:nvSpPr>
          <p:cNvPr id="484" name="Google Shape;484;g3278b9ef009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485" name="Google Shape;485;g3278b9ef00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p53: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91" name="Google Shape;491;p5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6" name="Shape 506"/>
        <p:cNvGrpSpPr/>
        <p:nvPr/>
      </p:nvGrpSpPr>
      <p:grpSpPr>
        <a:xfrm>
          <a:off x="0" y="0"/>
          <a:ext cx="0" cy="0"/>
          <a:chOff x="0" y="0"/>
          <a:chExt cx="0" cy="0"/>
        </a:xfrm>
      </p:grpSpPr>
      <p:sp>
        <p:nvSpPr>
          <p:cNvPr id="507" name="Google Shape;507;p54: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08" name="Google Shape;508;p5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1" name="Shape 521"/>
        <p:cNvGrpSpPr/>
        <p:nvPr/>
      </p:nvGrpSpPr>
      <p:grpSpPr>
        <a:xfrm>
          <a:off x="0" y="0"/>
          <a:ext cx="0" cy="0"/>
          <a:chOff x="0" y="0"/>
          <a:chExt cx="0" cy="0"/>
        </a:xfrm>
      </p:grpSpPr>
      <p:sp>
        <p:nvSpPr>
          <p:cNvPr id="522" name="Google Shape;522;p55: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23" name="Google Shape;523;p5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6" name="Shape 536"/>
        <p:cNvGrpSpPr/>
        <p:nvPr/>
      </p:nvGrpSpPr>
      <p:grpSpPr>
        <a:xfrm>
          <a:off x="0" y="0"/>
          <a:ext cx="0" cy="0"/>
          <a:chOff x="0" y="0"/>
          <a:chExt cx="0" cy="0"/>
        </a:xfrm>
      </p:grpSpPr>
      <p:sp>
        <p:nvSpPr>
          <p:cNvPr id="537" name="Google Shape;537;p56: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38" name="Google Shape;538;p5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pic>
        <p:nvPicPr>
          <p:cNvPr descr="Celestia-R1---OverlayTitleHD.png" id="12" name="Google Shape;12;p2"/>
          <p:cNvPicPr preferRelativeResize="0"/>
          <p:nvPr/>
        </p:nvPicPr>
        <p:blipFill rotWithShape="1">
          <a:blip r:embed="rId2">
            <a:alphaModFix/>
          </a:blip>
          <a:srcRect b="0" l="0" r="0" t="0"/>
          <a:stretch/>
        </p:blipFill>
        <p:spPr>
          <a:xfrm>
            <a:off x="0" y="0"/>
            <a:ext cx="12188827" cy="6856215"/>
          </a:xfrm>
          <a:prstGeom prst="rect">
            <a:avLst/>
          </a:prstGeom>
          <a:noFill/>
          <a:ln>
            <a:noFill/>
          </a:ln>
        </p:spPr>
      </p:pic>
      <p:sp>
        <p:nvSpPr>
          <p:cNvPr id="13" name="Google Shape;13;p2"/>
          <p:cNvSpPr txBox="1"/>
          <p:nvPr>
            <p:ph type="ctrTitle"/>
          </p:nvPr>
        </p:nvSpPr>
        <p:spPr>
          <a:xfrm>
            <a:off x="3962399" y="1964267"/>
            <a:ext cx="7197600" cy="2421600"/>
          </a:xfrm>
          <a:prstGeom prst="rect">
            <a:avLst/>
          </a:prstGeom>
          <a:noFill/>
          <a:ln>
            <a:noFill/>
          </a:ln>
        </p:spPr>
        <p:txBody>
          <a:bodyPr anchorCtr="0" anchor="b" bIns="45700" lIns="91425" spcFirstLastPara="1" rIns="91425" wrap="square" tIns="45700">
            <a:normAutofit/>
          </a:bodyPr>
          <a:lstStyle>
            <a:lvl1pPr lvl="0" algn="r">
              <a:lnSpc>
                <a:spcPct val="100000"/>
              </a:lnSpc>
              <a:spcBef>
                <a:spcPts val="0"/>
              </a:spcBef>
              <a:spcAft>
                <a:spcPts val="0"/>
              </a:spcAft>
              <a:buClr>
                <a:schemeClr val="lt1"/>
              </a:buClr>
              <a:buSzPts val="4800"/>
              <a:buFont typeface="Calibri"/>
              <a:buNone/>
              <a:defRPr sz="48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 name="Google Shape;14;p2"/>
          <p:cNvSpPr txBox="1"/>
          <p:nvPr>
            <p:ph idx="1" type="subTitle"/>
          </p:nvPr>
        </p:nvSpPr>
        <p:spPr>
          <a:xfrm>
            <a:off x="3962399" y="4385732"/>
            <a:ext cx="7197600" cy="1405500"/>
          </a:xfrm>
          <a:prstGeom prst="rect">
            <a:avLst/>
          </a:prstGeom>
          <a:noFill/>
          <a:ln>
            <a:noFill/>
          </a:ln>
        </p:spPr>
        <p:txBody>
          <a:bodyPr anchorCtr="0" anchor="t" bIns="45700" lIns="91425" spcFirstLastPara="1" rIns="91425" wrap="square" tIns="45700">
            <a:normAutofit/>
          </a:bodyPr>
          <a:lstStyle>
            <a:lvl1pPr lvl="0" algn="r">
              <a:lnSpc>
                <a:spcPct val="100000"/>
              </a:lnSpc>
              <a:spcBef>
                <a:spcPts val="0"/>
              </a:spcBef>
              <a:spcAft>
                <a:spcPts val="0"/>
              </a:spcAft>
              <a:buSzPts val="1800"/>
              <a:buNone/>
              <a:defRPr sz="1800" cap="none">
                <a:solidFill>
                  <a:schemeClr val="lt1"/>
                </a:solidFill>
              </a:defRPr>
            </a:lvl1pPr>
            <a:lvl2pPr lvl="1" algn="ctr">
              <a:lnSpc>
                <a:spcPct val="100000"/>
              </a:lnSpc>
              <a:spcBef>
                <a:spcPts val="1000"/>
              </a:spcBef>
              <a:spcAft>
                <a:spcPts val="0"/>
              </a:spcAft>
              <a:buSzPts val="1600"/>
              <a:buNone/>
              <a:defRPr>
                <a:solidFill>
                  <a:schemeClr val="lt1"/>
                </a:solidFill>
              </a:defRPr>
            </a:lvl2pPr>
            <a:lvl3pPr lvl="2" algn="ctr">
              <a:lnSpc>
                <a:spcPct val="100000"/>
              </a:lnSpc>
              <a:spcBef>
                <a:spcPts val="1000"/>
              </a:spcBef>
              <a:spcAft>
                <a:spcPts val="0"/>
              </a:spcAft>
              <a:buSzPts val="1400"/>
              <a:buNone/>
              <a:defRPr>
                <a:solidFill>
                  <a:schemeClr val="lt1"/>
                </a:solidFill>
              </a:defRPr>
            </a:lvl3pPr>
            <a:lvl4pPr lvl="3" algn="ctr">
              <a:lnSpc>
                <a:spcPct val="100000"/>
              </a:lnSpc>
              <a:spcBef>
                <a:spcPts val="1000"/>
              </a:spcBef>
              <a:spcAft>
                <a:spcPts val="0"/>
              </a:spcAft>
              <a:buSzPts val="1200"/>
              <a:buNone/>
              <a:defRPr>
                <a:solidFill>
                  <a:schemeClr val="lt1"/>
                </a:solidFill>
              </a:defRPr>
            </a:lvl4pPr>
            <a:lvl5pPr lvl="4" algn="ctr">
              <a:lnSpc>
                <a:spcPct val="100000"/>
              </a:lnSpc>
              <a:spcBef>
                <a:spcPts val="1000"/>
              </a:spcBef>
              <a:spcAft>
                <a:spcPts val="0"/>
              </a:spcAft>
              <a:buSzPts val="1200"/>
              <a:buNone/>
              <a:defRPr>
                <a:solidFill>
                  <a:schemeClr val="lt1"/>
                </a:solidFill>
              </a:defRPr>
            </a:lvl5pPr>
            <a:lvl6pPr lvl="5" algn="ctr">
              <a:lnSpc>
                <a:spcPct val="100000"/>
              </a:lnSpc>
              <a:spcBef>
                <a:spcPts val="1000"/>
              </a:spcBef>
              <a:spcAft>
                <a:spcPts val="0"/>
              </a:spcAft>
              <a:buSzPts val="1200"/>
              <a:buNone/>
              <a:defRPr>
                <a:solidFill>
                  <a:schemeClr val="lt1"/>
                </a:solidFill>
              </a:defRPr>
            </a:lvl6pPr>
            <a:lvl7pPr lvl="6" algn="ctr">
              <a:lnSpc>
                <a:spcPct val="100000"/>
              </a:lnSpc>
              <a:spcBef>
                <a:spcPts val="1000"/>
              </a:spcBef>
              <a:spcAft>
                <a:spcPts val="0"/>
              </a:spcAft>
              <a:buSzPts val="1200"/>
              <a:buNone/>
              <a:defRPr>
                <a:solidFill>
                  <a:schemeClr val="lt1"/>
                </a:solidFill>
              </a:defRPr>
            </a:lvl7pPr>
            <a:lvl8pPr lvl="7" algn="ctr">
              <a:lnSpc>
                <a:spcPct val="100000"/>
              </a:lnSpc>
              <a:spcBef>
                <a:spcPts val="1000"/>
              </a:spcBef>
              <a:spcAft>
                <a:spcPts val="0"/>
              </a:spcAft>
              <a:buSzPts val="1200"/>
              <a:buNone/>
              <a:defRPr>
                <a:solidFill>
                  <a:schemeClr val="lt1"/>
                </a:solidFill>
              </a:defRPr>
            </a:lvl8pPr>
            <a:lvl9pPr lvl="8" algn="ctr">
              <a:lnSpc>
                <a:spcPct val="100000"/>
              </a:lnSpc>
              <a:spcBef>
                <a:spcPts val="1000"/>
              </a:spcBef>
              <a:spcAft>
                <a:spcPts val="1000"/>
              </a:spcAft>
              <a:buSzPts val="1200"/>
              <a:buNone/>
              <a:defRPr>
                <a:solidFill>
                  <a:schemeClr val="lt1"/>
                </a:solidFill>
              </a:defRPr>
            </a:lvl9pPr>
          </a:lstStyle>
          <a:p/>
        </p:txBody>
      </p:sp>
      <p:sp>
        <p:nvSpPr>
          <p:cNvPr id="15" name="Google Shape;15;p2"/>
          <p:cNvSpPr txBox="1"/>
          <p:nvPr>
            <p:ph idx="10" type="dt"/>
          </p:nvPr>
        </p:nvSpPr>
        <p:spPr>
          <a:xfrm>
            <a:off x="8932558" y="5870575"/>
            <a:ext cx="1600200" cy="377700"/>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 name="Google Shape;16;p2"/>
          <p:cNvSpPr txBox="1"/>
          <p:nvPr>
            <p:ph idx="11" type="ftr"/>
          </p:nvPr>
        </p:nvSpPr>
        <p:spPr>
          <a:xfrm>
            <a:off x="3962399" y="5870575"/>
            <a:ext cx="4893900" cy="3777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2"/>
          <p:cNvSpPr txBox="1"/>
          <p:nvPr>
            <p:ph idx="12" type="sldNum"/>
          </p:nvPr>
        </p:nvSpPr>
        <p:spPr>
          <a:xfrm>
            <a:off x="10608958" y="5870575"/>
            <a:ext cx="551100" cy="3777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8" name="Shape 18"/>
        <p:cNvGrpSpPr/>
        <p:nvPr/>
      </p:nvGrpSpPr>
      <p:grpSpPr>
        <a:xfrm>
          <a:off x="0" y="0"/>
          <a:ext cx="0" cy="0"/>
          <a:chOff x="0" y="0"/>
          <a:chExt cx="0" cy="0"/>
        </a:xfrm>
      </p:grpSpPr>
      <p:pic>
        <p:nvPicPr>
          <p:cNvPr descr="Celestia-R1---OverlayContentHD.png" id="19" name="Google Shape;19;p3"/>
          <p:cNvPicPr preferRelativeResize="0"/>
          <p:nvPr/>
        </p:nvPicPr>
        <p:blipFill rotWithShape="1">
          <a:blip r:embed="rId2">
            <a:alphaModFix/>
          </a:blip>
          <a:srcRect b="0" l="0" r="0" t="0"/>
          <a:stretch/>
        </p:blipFill>
        <p:spPr>
          <a:xfrm>
            <a:off x="0" y="0"/>
            <a:ext cx="12188827" cy="6856215"/>
          </a:xfrm>
          <a:prstGeom prst="rect">
            <a:avLst/>
          </a:prstGeom>
          <a:noFill/>
          <a:ln>
            <a:noFill/>
          </a:ln>
        </p:spPr>
      </p:pic>
      <p:sp>
        <p:nvSpPr>
          <p:cNvPr id="20" name="Google Shape;20;p3"/>
          <p:cNvSpPr txBox="1"/>
          <p:nvPr>
            <p:ph type="title"/>
          </p:nvPr>
        </p:nvSpPr>
        <p:spPr>
          <a:xfrm>
            <a:off x="685801" y="609600"/>
            <a:ext cx="10131300" cy="1456200"/>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3"/>
          <p:cNvSpPr txBox="1"/>
          <p:nvPr>
            <p:ph idx="1" type="body"/>
          </p:nvPr>
        </p:nvSpPr>
        <p:spPr>
          <a:xfrm>
            <a:off x="685801" y="2142067"/>
            <a:ext cx="10131300" cy="3649200"/>
          </a:xfrm>
          <a:prstGeom prst="rect">
            <a:avLst/>
          </a:prstGeom>
          <a:noFill/>
          <a:ln>
            <a:noFill/>
          </a:ln>
        </p:spPr>
        <p:txBody>
          <a:bodyPr anchorCtr="0" anchor="ctr" bIns="45700" lIns="91425" spcFirstLastPara="1" rIns="91425" wrap="square" tIns="45700">
            <a:normAutofit/>
          </a:bodyPr>
          <a:lstStyle>
            <a:lvl1pPr indent="-342900" lvl="0" marL="457200" algn="l">
              <a:lnSpc>
                <a:spcPct val="100000"/>
              </a:lnSpc>
              <a:spcBef>
                <a:spcPts val="0"/>
              </a:spcBef>
              <a:spcAft>
                <a:spcPts val="0"/>
              </a:spcAft>
              <a:buSzPts val="1800"/>
              <a:buChar char="•"/>
              <a:defRPr/>
            </a:lvl1pPr>
            <a:lvl2pPr indent="-342900" lvl="1" marL="914400" algn="l">
              <a:lnSpc>
                <a:spcPct val="100000"/>
              </a:lnSpc>
              <a:spcBef>
                <a:spcPts val="1000"/>
              </a:spcBef>
              <a:spcAft>
                <a:spcPts val="0"/>
              </a:spcAft>
              <a:buSzPts val="1800"/>
              <a:buChar char="•"/>
              <a:defRPr/>
            </a:lvl2pPr>
            <a:lvl3pPr indent="-342900" lvl="2" marL="1371600" algn="l">
              <a:lnSpc>
                <a:spcPct val="100000"/>
              </a:lnSpc>
              <a:spcBef>
                <a:spcPts val="1000"/>
              </a:spcBef>
              <a:spcAft>
                <a:spcPts val="0"/>
              </a:spcAft>
              <a:buSzPts val="1800"/>
              <a:buChar char="•"/>
              <a:defRPr/>
            </a:lvl3pPr>
            <a:lvl4pPr indent="-342900" lvl="3" marL="1828800" algn="l">
              <a:lnSpc>
                <a:spcPct val="100000"/>
              </a:lnSpc>
              <a:spcBef>
                <a:spcPts val="1000"/>
              </a:spcBef>
              <a:spcAft>
                <a:spcPts val="0"/>
              </a:spcAft>
              <a:buSzPts val="1800"/>
              <a:buChar char="•"/>
              <a:defRPr/>
            </a:lvl4pPr>
            <a:lvl5pPr indent="-342900" lvl="4" marL="2286000" algn="l">
              <a:lnSpc>
                <a:spcPct val="100000"/>
              </a:lnSpc>
              <a:spcBef>
                <a:spcPts val="1000"/>
              </a:spcBef>
              <a:spcAft>
                <a:spcPts val="0"/>
              </a:spcAft>
              <a:buSzPts val="1800"/>
              <a:buChar char="•"/>
              <a:defRPr/>
            </a:lvl5pPr>
            <a:lvl6pPr indent="-342900" lvl="5" marL="2743200" algn="l">
              <a:lnSpc>
                <a:spcPct val="100000"/>
              </a:lnSpc>
              <a:spcBef>
                <a:spcPts val="1000"/>
              </a:spcBef>
              <a:spcAft>
                <a:spcPts val="0"/>
              </a:spcAft>
              <a:buSzPts val="1800"/>
              <a:buChar char="•"/>
              <a:defRPr/>
            </a:lvl6pPr>
            <a:lvl7pPr indent="-342900" lvl="6" marL="3200400" algn="l">
              <a:lnSpc>
                <a:spcPct val="100000"/>
              </a:lnSpc>
              <a:spcBef>
                <a:spcPts val="1000"/>
              </a:spcBef>
              <a:spcAft>
                <a:spcPts val="0"/>
              </a:spcAft>
              <a:buSzPts val="1800"/>
              <a:buChar char="•"/>
              <a:defRPr/>
            </a:lvl7pPr>
            <a:lvl8pPr indent="-342900" lvl="7" marL="3657600" algn="l">
              <a:lnSpc>
                <a:spcPct val="100000"/>
              </a:lnSpc>
              <a:spcBef>
                <a:spcPts val="1000"/>
              </a:spcBef>
              <a:spcAft>
                <a:spcPts val="0"/>
              </a:spcAft>
              <a:buSzPts val="1800"/>
              <a:buChar char="•"/>
              <a:defRPr/>
            </a:lvl8pPr>
            <a:lvl9pPr indent="-342900" lvl="8" marL="4114800" algn="l">
              <a:lnSpc>
                <a:spcPct val="100000"/>
              </a:lnSpc>
              <a:spcBef>
                <a:spcPts val="1000"/>
              </a:spcBef>
              <a:spcAft>
                <a:spcPts val="1000"/>
              </a:spcAft>
              <a:buSzPts val="1800"/>
              <a:buChar char="•"/>
              <a:defRPr/>
            </a:lvl9pPr>
          </a:lstStyle>
          <a:p/>
        </p:txBody>
      </p:sp>
      <p:sp>
        <p:nvSpPr>
          <p:cNvPr id="22" name="Google Shape;22;p3"/>
          <p:cNvSpPr txBox="1"/>
          <p:nvPr>
            <p:ph idx="10" type="dt"/>
          </p:nvPr>
        </p:nvSpPr>
        <p:spPr>
          <a:xfrm>
            <a:off x="8589660" y="5870575"/>
            <a:ext cx="1600200" cy="377700"/>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3"/>
          <p:cNvSpPr txBox="1"/>
          <p:nvPr>
            <p:ph idx="11" type="ftr"/>
          </p:nvPr>
        </p:nvSpPr>
        <p:spPr>
          <a:xfrm>
            <a:off x="685800" y="5870575"/>
            <a:ext cx="7827600" cy="3777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3"/>
          <p:cNvSpPr txBox="1"/>
          <p:nvPr>
            <p:ph idx="12" type="sldNum"/>
          </p:nvPr>
        </p:nvSpPr>
        <p:spPr>
          <a:xfrm>
            <a:off x="10266060" y="5870575"/>
            <a:ext cx="551100" cy="3777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5" name="Shape 25"/>
        <p:cNvGrpSpPr/>
        <p:nvPr/>
      </p:nvGrpSpPr>
      <p:grpSpPr>
        <a:xfrm>
          <a:off x="0" y="0"/>
          <a:ext cx="0" cy="0"/>
          <a:chOff x="0" y="0"/>
          <a:chExt cx="0" cy="0"/>
        </a:xfrm>
      </p:grpSpPr>
      <p:pic>
        <p:nvPicPr>
          <p:cNvPr descr="Celestia-R1---OverlayContentHD.png" id="26" name="Google Shape;26;p4"/>
          <p:cNvPicPr preferRelativeResize="0"/>
          <p:nvPr/>
        </p:nvPicPr>
        <p:blipFill rotWithShape="1">
          <a:blip r:embed="rId2">
            <a:alphaModFix/>
          </a:blip>
          <a:srcRect b="0" l="0" r="0" t="0"/>
          <a:stretch/>
        </p:blipFill>
        <p:spPr>
          <a:xfrm>
            <a:off x="0" y="0"/>
            <a:ext cx="12188827" cy="6856215"/>
          </a:xfrm>
          <a:prstGeom prst="rect">
            <a:avLst/>
          </a:prstGeom>
          <a:noFill/>
          <a:ln>
            <a:noFill/>
          </a:ln>
        </p:spPr>
      </p:pic>
      <p:sp>
        <p:nvSpPr>
          <p:cNvPr id="27" name="Google Shape;27;p4"/>
          <p:cNvSpPr txBox="1"/>
          <p:nvPr>
            <p:ph type="title"/>
          </p:nvPr>
        </p:nvSpPr>
        <p:spPr>
          <a:xfrm>
            <a:off x="685800" y="3308581"/>
            <a:ext cx="10131300" cy="146880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lt1"/>
              </a:buClr>
              <a:buSzPts val="4000"/>
              <a:buFont typeface="Calibri"/>
              <a:buNone/>
              <a:defRPr b="0"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4"/>
          <p:cNvSpPr txBox="1"/>
          <p:nvPr>
            <p:ph idx="1" type="body"/>
          </p:nvPr>
        </p:nvSpPr>
        <p:spPr>
          <a:xfrm>
            <a:off x="685799" y="4777381"/>
            <a:ext cx="10131300" cy="8604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0"/>
              </a:spcBef>
              <a:spcAft>
                <a:spcPts val="0"/>
              </a:spcAft>
              <a:buSzPts val="2000"/>
              <a:buNone/>
              <a:defRPr sz="2000" cap="none">
                <a:solidFill>
                  <a:schemeClr val="lt1"/>
                </a:solidFill>
              </a:defRPr>
            </a:lvl1pPr>
            <a:lvl2pPr indent="-228600" lvl="1" marL="914400" algn="l">
              <a:lnSpc>
                <a:spcPct val="100000"/>
              </a:lnSpc>
              <a:spcBef>
                <a:spcPts val="1000"/>
              </a:spcBef>
              <a:spcAft>
                <a:spcPts val="0"/>
              </a:spcAft>
              <a:buSzPts val="1800"/>
              <a:buNone/>
              <a:defRPr sz="1800">
                <a:solidFill>
                  <a:schemeClr val="lt1"/>
                </a:solidFill>
              </a:defRPr>
            </a:lvl2pPr>
            <a:lvl3pPr indent="-228600" lvl="2" marL="1371600" algn="l">
              <a:lnSpc>
                <a:spcPct val="100000"/>
              </a:lnSpc>
              <a:spcBef>
                <a:spcPts val="1000"/>
              </a:spcBef>
              <a:spcAft>
                <a:spcPts val="0"/>
              </a:spcAft>
              <a:buSzPts val="1600"/>
              <a:buNone/>
              <a:defRPr sz="1600">
                <a:solidFill>
                  <a:schemeClr val="lt1"/>
                </a:solidFill>
              </a:defRPr>
            </a:lvl3pPr>
            <a:lvl4pPr indent="-228600" lvl="3" marL="1828800" algn="l">
              <a:lnSpc>
                <a:spcPct val="100000"/>
              </a:lnSpc>
              <a:spcBef>
                <a:spcPts val="1000"/>
              </a:spcBef>
              <a:spcAft>
                <a:spcPts val="0"/>
              </a:spcAft>
              <a:buSzPts val="1400"/>
              <a:buNone/>
              <a:defRPr sz="1400">
                <a:solidFill>
                  <a:schemeClr val="lt1"/>
                </a:solidFill>
              </a:defRPr>
            </a:lvl4pPr>
            <a:lvl5pPr indent="-228600" lvl="4" marL="2286000" algn="l">
              <a:lnSpc>
                <a:spcPct val="100000"/>
              </a:lnSpc>
              <a:spcBef>
                <a:spcPts val="1000"/>
              </a:spcBef>
              <a:spcAft>
                <a:spcPts val="0"/>
              </a:spcAft>
              <a:buSzPts val="1400"/>
              <a:buNone/>
              <a:defRPr sz="1400">
                <a:solidFill>
                  <a:schemeClr val="lt1"/>
                </a:solidFill>
              </a:defRPr>
            </a:lvl5pPr>
            <a:lvl6pPr indent="-228600" lvl="5" marL="2743200" algn="l">
              <a:lnSpc>
                <a:spcPct val="100000"/>
              </a:lnSpc>
              <a:spcBef>
                <a:spcPts val="1000"/>
              </a:spcBef>
              <a:spcAft>
                <a:spcPts val="0"/>
              </a:spcAft>
              <a:buSzPts val="1400"/>
              <a:buNone/>
              <a:defRPr sz="1400">
                <a:solidFill>
                  <a:schemeClr val="lt1"/>
                </a:solidFill>
              </a:defRPr>
            </a:lvl6pPr>
            <a:lvl7pPr indent="-228600" lvl="6" marL="3200400" algn="l">
              <a:lnSpc>
                <a:spcPct val="100000"/>
              </a:lnSpc>
              <a:spcBef>
                <a:spcPts val="1000"/>
              </a:spcBef>
              <a:spcAft>
                <a:spcPts val="0"/>
              </a:spcAft>
              <a:buSzPts val="1400"/>
              <a:buNone/>
              <a:defRPr sz="1400">
                <a:solidFill>
                  <a:schemeClr val="lt1"/>
                </a:solidFill>
              </a:defRPr>
            </a:lvl7pPr>
            <a:lvl8pPr indent="-228600" lvl="7" marL="3657600" algn="l">
              <a:lnSpc>
                <a:spcPct val="100000"/>
              </a:lnSpc>
              <a:spcBef>
                <a:spcPts val="1000"/>
              </a:spcBef>
              <a:spcAft>
                <a:spcPts val="0"/>
              </a:spcAft>
              <a:buSzPts val="1400"/>
              <a:buNone/>
              <a:defRPr sz="1400">
                <a:solidFill>
                  <a:schemeClr val="lt1"/>
                </a:solidFill>
              </a:defRPr>
            </a:lvl8pPr>
            <a:lvl9pPr indent="-228600" lvl="8" marL="4114800" algn="l">
              <a:lnSpc>
                <a:spcPct val="100000"/>
              </a:lnSpc>
              <a:spcBef>
                <a:spcPts val="1000"/>
              </a:spcBef>
              <a:spcAft>
                <a:spcPts val="1000"/>
              </a:spcAft>
              <a:buSzPts val="1400"/>
              <a:buNone/>
              <a:defRPr sz="1400">
                <a:solidFill>
                  <a:schemeClr val="lt1"/>
                </a:solidFill>
              </a:defRPr>
            </a:lvl9pPr>
          </a:lstStyle>
          <a:p/>
        </p:txBody>
      </p:sp>
      <p:sp>
        <p:nvSpPr>
          <p:cNvPr id="29" name="Google Shape;29;p4"/>
          <p:cNvSpPr txBox="1"/>
          <p:nvPr>
            <p:ph idx="10" type="dt"/>
          </p:nvPr>
        </p:nvSpPr>
        <p:spPr>
          <a:xfrm>
            <a:off x="8589660" y="5870575"/>
            <a:ext cx="1600200" cy="377700"/>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4"/>
          <p:cNvSpPr txBox="1"/>
          <p:nvPr>
            <p:ph idx="11" type="ftr"/>
          </p:nvPr>
        </p:nvSpPr>
        <p:spPr>
          <a:xfrm>
            <a:off x="685800" y="5870575"/>
            <a:ext cx="7827600" cy="3777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4"/>
          <p:cNvSpPr txBox="1"/>
          <p:nvPr>
            <p:ph idx="12" type="sldNum"/>
          </p:nvPr>
        </p:nvSpPr>
        <p:spPr>
          <a:xfrm>
            <a:off x="10266060" y="5870575"/>
            <a:ext cx="551100" cy="3777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2" name="Shape 32"/>
        <p:cNvGrpSpPr/>
        <p:nvPr/>
      </p:nvGrpSpPr>
      <p:grpSpPr>
        <a:xfrm>
          <a:off x="0" y="0"/>
          <a:ext cx="0" cy="0"/>
          <a:chOff x="0" y="0"/>
          <a:chExt cx="0" cy="0"/>
        </a:xfrm>
      </p:grpSpPr>
      <p:pic>
        <p:nvPicPr>
          <p:cNvPr descr="Celestia-R1---OverlayContentHD.png" id="33" name="Google Shape;33;p5"/>
          <p:cNvPicPr preferRelativeResize="0"/>
          <p:nvPr/>
        </p:nvPicPr>
        <p:blipFill rotWithShape="1">
          <a:blip r:embed="rId2">
            <a:alphaModFix/>
          </a:blip>
          <a:srcRect b="0" l="0" r="0" t="0"/>
          <a:stretch/>
        </p:blipFill>
        <p:spPr>
          <a:xfrm>
            <a:off x="0" y="0"/>
            <a:ext cx="12188827" cy="6856215"/>
          </a:xfrm>
          <a:prstGeom prst="rect">
            <a:avLst/>
          </a:prstGeom>
          <a:noFill/>
          <a:ln>
            <a:noFill/>
          </a:ln>
        </p:spPr>
      </p:pic>
      <p:sp>
        <p:nvSpPr>
          <p:cNvPr id="34" name="Google Shape;34;p5"/>
          <p:cNvSpPr txBox="1"/>
          <p:nvPr>
            <p:ph type="title"/>
          </p:nvPr>
        </p:nvSpPr>
        <p:spPr>
          <a:xfrm>
            <a:off x="685801" y="609600"/>
            <a:ext cx="10131300" cy="1456200"/>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5"/>
          <p:cNvSpPr txBox="1"/>
          <p:nvPr>
            <p:ph idx="10" type="dt"/>
          </p:nvPr>
        </p:nvSpPr>
        <p:spPr>
          <a:xfrm>
            <a:off x="8589660" y="5870575"/>
            <a:ext cx="1600200" cy="377700"/>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5"/>
          <p:cNvSpPr txBox="1"/>
          <p:nvPr>
            <p:ph idx="11" type="ftr"/>
          </p:nvPr>
        </p:nvSpPr>
        <p:spPr>
          <a:xfrm>
            <a:off x="685800" y="5870575"/>
            <a:ext cx="7827600" cy="3777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5"/>
          <p:cNvSpPr txBox="1"/>
          <p:nvPr>
            <p:ph idx="12" type="sldNum"/>
          </p:nvPr>
        </p:nvSpPr>
        <p:spPr>
          <a:xfrm>
            <a:off x="10266060" y="5870575"/>
            <a:ext cx="551100" cy="3777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Picture with Caption">
  <p:cSld name="Big Picture with Caption">
    <p:spTree>
      <p:nvGrpSpPr>
        <p:cNvPr id="38" name="Shape 38"/>
        <p:cNvGrpSpPr/>
        <p:nvPr/>
      </p:nvGrpSpPr>
      <p:grpSpPr>
        <a:xfrm>
          <a:off x="0" y="0"/>
          <a:ext cx="0" cy="0"/>
          <a:chOff x="0" y="0"/>
          <a:chExt cx="0" cy="0"/>
        </a:xfrm>
      </p:grpSpPr>
      <p:sp>
        <p:nvSpPr>
          <p:cNvPr id="39" name="Google Shape;39;p6"/>
          <p:cNvSpPr txBox="1"/>
          <p:nvPr>
            <p:ph type="title"/>
          </p:nvPr>
        </p:nvSpPr>
        <p:spPr>
          <a:xfrm>
            <a:off x="2" y="5840452"/>
            <a:ext cx="12192000" cy="6237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0"/>
              </a:spcBef>
              <a:spcAft>
                <a:spcPts val="0"/>
              </a:spcAft>
              <a:buClr>
                <a:srgbClr val="000000"/>
              </a:buClr>
              <a:buSzPts val="1800"/>
              <a:buFont typeface="Comic Sans MS"/>
              <a:buNone/>
              <a:defRPr sz="1800">
                <a:solidFill>
                  <a:srgbClr val="000000"/>
                </a:solidFill>
                <a:latin typeface="Comic Sans MS"/>
                <a:ea typeface="Comic Sans MS"/>
                <a:cs typeface="Comic Sans MS"/>
                <a:sym typeface="Comic Sans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 name="Google Shape;40;p6"/>
          <p:cNvSpPr txBox="1"/>
          <p:nvPr>
            <p:ph idx="10" type="dt"/>
          </p:nvPr>
        </p:nvSpPr>
        <p:spPr>
          <a:xfrm>
            <a:off x="0" y="6487451"/>
            <a:ext cx="13716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 name="Google Shape;41;p6"/>
          <p:cNvSpPr txBox="1"/>
          <p:nvPr>
            <p:ph idx="11" type="ftr"/>
          </p:nvPr>
        </p:nvSpPr>
        <p:spPr>
          <a:xfrm>
            <a:off x="1371602" y="6478517"/>
            <a:ext cx="9448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6"/>
          <p:cNvSpPr txBox="1"/>
          <p:nvPr>
            <p:ph idx="12" type="sldNum"/>
          </p:nvPr>
        </p:nvSpPr>
        <p:spPr>
          <a:xfrm>
            <a:off x="10820401" y="6492879"/>
            <a:ext cx="13716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43" name="Google Shape;43;p6"/>
          <p:cNvSpPr/>
          <p:nvPr>
            <p:ph idx="2" type="pic"/>
          </p:nvPr>
        </p:nvSpPr>
        <p:spPr>
          <a:xfrm>
            <a:off x="0" y="2"/>
            <a:ext cx="12192000" cy="5840400"/>
          </a:xfrm>
          <a:prstGeom prst="rect">
            <a:avLst/>
          </a:prstGeom>
          <a:noFill/>
          <a:ln>
            <a:no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4" name="Shape 44"/>
        <p:cNvGrpSpPr/>
        <p:nvPr/>
      </p:nvGrpSpPr>
      <p:grpSpPr>
        <a:xfrm>
          <a:off x="0" y="0"/>
          <a:ext cx="0" cy="0"/>
          <a:chOff x="0" y="0"/>
          <a:chExt cx="0" cy="0"/>
        </a:xfrm>
      </p:grpSpPr>
      <p:pic>
        <p:nvPicPr>
          <p:cNvPr descr="Celestia-R1---OverlayContentHD.png" id="45" name="Google Shape;45;p7"/>
          <p:cNvPicPr preferRelativeResize="0"/>
          <p:nvPr/>
        </p:nvPicPr>
        <p:blipFill rotWithShape="1">
          <a:blip r:embed="rId2">
            <a:alphaModFix/>
          </a:blip>
          <a:srcRect b="0" l="0" r="0" t="0"/>
          <a:stretch/>
        </p:blipFill>
        <p:spPr>
          <a:xfrm>
            <a:off x="0" y="0"/>
            <a:ext cx="12188827" cy="6856215"/>
          </a:xfrm>
          <a:prstGeom prst="rect">
            <a:avLst/>
          </a:prstGeom>
          <a:noFill/>
          <a:ln>
            <a:noFill/>
          </a:ln>
        </p:spPr>
      </p:pic>
      <p:sp>
        <p:nvSpPr>
          <p:cNvPr id="46" name="Google Shape;46;p7"/>
          <p:cNvSpPr txBox="1"/>
          <p:nvPr>
            <p:ph type="title"/>
          </p:nvPr>
        </p:nvSpPr>
        <p:spPr>
          <a:xfrm>
            <a:off x="685801" y="609600"/>
            <a:ext cx="10131300" cy="1456200"/>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7"/>
          <p:cNvSpPr txBox="1"/>
          <p:nvPr>
            <p:ph idx="1" type="body"/>
          </p:nvPr>
        </p:nvSpPr>
        <p:spPr>
          <a:xfrm>
            <a:off x="685802" y="2142067"/>
            <a:ext cx="4995300" cy="3649200"/>
          </a:xfrm>
          <a:prstGeom prst="rect">
            <a:avLst/>
          </a:prstGeom>
          <a:noFill/>
          <a:ln>
            <a:noFill/>
          </a:ln>
        </p:spPr>
        <p:txBody>
          <a:bodyPr anchorCtr="0" anchor="ctr" bIns="45700" lIns="91425" spcFirstLastPara="1" rIns="91425" wrap="square" tIns="45700">
            <a:normAutofit/>
          </a:bodyPr>
          <a:lstStyle>
            <a:lvl1pPr indent="-342900" lvl="0" marL="457200" algn="l">
              <a:lnSpc>
                <a:spcPct val="100000"/>
              </a:lnSpc>
              <a:spcBef>
                <a:spcPts val="0"/>
              </a:spcBef>
              <a:spcAft>
                <a:spcPts val="0"/>
              </a:spcAft>
              <a:buSzPts val="1800"/>
              <a:buChar char="•"/>
              <a:defRPr/>
            </a:lvl1pPr>
            <a:lvl2pPr indent="-342900" lvl="1" marL="914400" algn="l">
              <a:lnSpc>
                <a:spcPct val="100000"/>
              </a:lnSpc>
              <a:spcBef>
                <a:spcPts val="1000"/>
              </a:spcBef>
              <a:spcAft>
                <a:spcPts val="0"/>
              </a:spcAft>
              <a:buSzPts val="1800"/>
              <a:buChar char="•"/>
              <a:defRPr/>
            </a:lvl2pPr>
            <a:lvl3pPr indent="-342900" lvl="2" marL="1371600" algn="l">
              <a:lnSpc>
                <a:spcPct val="100000"/>
              </a:lnSpc>
              <a:spcBef>
                <a:spcPts val="1000"/>
              </a:spcBef>
              <a:spcAft>
                <a:spcPts val="0"/>
              </a:spcAft>
              <a:buSzPts val="1800"/>
              <a:buChar char="•"/>
              <a:defRPr/>
            </a:lvl3pPr>
            <a:lvl4pPr indent="-342900" lvl="3" marL="1828800" algn="l">
              <a:lnSpc>
                <a:spcPct val="100000"/>
              </a:lnSpc>
              <a:spcBef>
                <a:spcPts val="1000"/>
              </a:spcBef>
              <a:spcAft>
                <a:spcPts val="0"/>
              </a:spcAft>
              <a:buSzPts val="1800"/>
              <a:buChar char="•"/>
              <a:defRPr/>
            </a:lvl4pPr>
            <a:lvl5pPr indent="-342900" lvl="4" marL="2286000" algn="l">
              <a:lnSpc>
                <a:spcPct val="100000"/>
              </a:lnSpc>
              <a:spcBef>
                <a:spcPts val="1000"/>
              </a:spcBef>
              <a:spcAft>
                <a:spcPts val="0"/>
              </a:spcAft>
              <a:buSzPts val="1800"/>
              <a:buChar char="•"/>
              <a:defRPr/>
            </a:lvl5pPr>
            <a:lvl6pPr indent="-342900" lvl="5" marL="2743200" algn="l">
              <a:lnSpc>
                <a:spcPct val="100000"/>
              </a:lnSpc>
              <a:spcBef>
                <a:spcPts val="1000"/>
              </a:spcBef>
              <a:spcAft>
                <a:spcPts val="0"/>
              </a:spcAft>
              <a:buSzPts val="1800"/>
              <a:buChar char="•"/>
              <a:defRPr/>
            </a:lvl6pPr>
            <a:lvl7pPr indent="-342900" lvl="6" marL="3200400" algn="l">
              <a:lnSpc>
                <a:spcPct val="100000"/>
              </a:lnSpc>
              <a:spcBef>
                <a:spcPts val="1000"/>
              </a:spcBef>
              <a:spcAft>
                <a:spcPts val="0"/>
              </a:spcAft>
              <a:buSzPts val="1800"/>
              <a:buChar char="•"/>
              <a:defRPr/>
            </a:lvl7pPr>
            <a:lvl8pPr indent="-342900" lvl="7" marL="3657600" algn="l">
              <a:lnSpc>
                <a:spcPct val="100000"/>
              </a:lnSpc>
              <a:spcBef>
                <a:spcPts val="1000"/>
              </a:spcBef>
              <a:spcAft>
                <a:spcPts val="0"/>
              </a:spcAft>
              <a:buSzPts val="1800"/>
              <a:buChar char="•"/>
              <a:defRPr/>
            </a:lvl8pPr>
            <a:lvl9pPr indent="-342900" lvl="8" marL="4114800" algn="l">
              <a:lnSpc>
                <a:spcPct val="100000"/>
              </a:lnSpc>
              <a:spcBef>
                <a:spcPts val="1000"/>
              </a:spcBef>
              <a:spcAft>
                <a:spcPts val="1000"/>
              </a:spcAft>
              <a:buSzPts val="1800"/>
              <a:buChar char="•"/>
              <a:defRPr/>
            </a:lvl9pPr>
          </a:lstStyle>
          <a:p/>
        </p:txBody>
      </p:sp>
      <p:sp>
        <p:nvSpPr>
          <p:cNvPr id="48" name="Google Shape;48;p7"/>
          <p:cNvSpPr txBox="1"/>
          <p:nvPr>
            <p:ph idx="2" type="body"/>
          </p:nvPr>
        </p:nvSpPr>
        <p:spPr>
          <a:xfrm>
            <a:off x="5821895" y="2142067"/>
            <a:ext cx="4995300" cy="3649200"/>
          </a:xfrm>
          <a:prstGeom prst="rect">
            <a:avLst/>
          </a:prstGeom>
          <a:noFill/>
          <a:ln>
            <a:noFill/>
          </a:ln>
        </p:spPr>
        <p:txBody>
          <a:bodyPr anchorCtr="0" anchor="ctr" bIns="45700" lIns="91425" spcFirstLastPara="1" rIns="91425" wrap="square" tIns="45700">
            <a:normAutofit/>
          </a:bodyPr>
          <a:lstStyle>
            <a:lvl1pPr indent="-342900" lvl="0" marL="457200" algn="l">
              <a:lnSpc>
                <a:spcPct val="100000"/>
              </a:lnSpc>
              <a:spcBef>
                <a:spcPts val="0"/>
              </a:spcBef>
              <a:spcAft>
                <a:spcPts val="0"/>
              </a:spcAft>
              <a:buSzPts val="1800"/>
              <a:buChar char="•"/>
              <a:defRPr/>
            </a:lvl1pPr>
            <a:lvl2pPr indent="-342900" lvl="1" marL="914400" algn="l">
              <a:lnSpc>
                <a:spcPct val="100000"/>
              </a:lnSpc>
              <a:spcBef>
                <a:spcPts val="1000"/>
              </a:spcBef>
              <a:spcAft>
                <a:spcPts val="0"/>
              </a:spcAft>
              <a:buSzPts val="1800"/>
              <a:buChar char="•"/>
              <a:defRPr/>
            </a:lvl2pPr>
            <a:lvl3pPr indent="-342900" lvl="2" marL="1371600" algn="l">
              <a:lnSpc>
                <a:spcPct val="100000"/>
              </a:lnSpc>
              <a:spcBef>
                <a:spcPts val="1000"/>
              </a:spcBef>
              <a:spcAft>
                <a:spcPts val="0"/>
              </a:spcAft>
              <a:buSzPts val="1800"/>
              <a:buChar char="•"/>
              <a:defRPr/>
            </a:lvl3pPr>
            <a:lvl4pPr indent="-342900" lvl="3" marL="1828800" algn="l">
              <a:lnSpc>
                <a:spcPct val="100000"/>
              </a:lnSpc>
              <a:spcBef>
                <a:spcPts val="1000"/>
              </a:spcBef>
              <a:spcAft>
                <a:spcPts val="0"/>
              </a:spcAft>
              <a:buSzPts val="1800"/>
              <a:buChar char="•"/>
              <a:defRPr/>
            </a:lvl4pPr>
            <a:lvl5pPr indent="-342900" lvl="4" marL="2286000" algn="l">
              <a:lnSpc>
                <a:spcPct val="100000"/>
              </a:lnSpc>
              <a:spcBef>
                <a:spcPts val="1000"/>
              </a:spcBef>
              <a:spcAft>
                <a:spcPts val="0"/>
              </a:spcAft>
              <a:buSzPts val="1800"/>
              <a:buChar char="•"/>
              <a:defRPr/>
            </a:lvl5pPr>
            <a:lvl6pPr indent="-342900" lvl="5" marL="2743200" algn="l">
              <a:lnSpc>
                <a:spcPct val="100000"/>
              </a:lnSpc>
              <a:spcBef>
                <a:spcPts val="1000"/>
              </a:spcBef>
              <a:spcAft>
                <a:spcPts val="0"/>
              </a:spcAft>
              <a:buSzPts val="1800"/>
              <a:buChar char="•"/>
              <a:defRPr/>
            </a:lvl6pPr>
            <a:lvl7pPr indent="-342900" lvl="6" marL="3200400" algn="l">
              <a:lnSpc>
                <a:spcPct val="100000"/>
              </a:lnSpc>
              <a:spcBef>
                <a:spcPts val="1000"/>
              </a:spcBef>
              <a:spcAft>
                <a:spcPts val="0"/>
              </a:spcAft>
              <a:buSzPts val="1800"/>
              <a:buChar char="•"/>
              <a:defRPr/>
            </a:lvl7pPr>
            <a:lvl8pPr indent="-342900" lvl="7" marL="3657600" algn="l">
              <a:lnSpc>
                <a:spcPct val="100000"/>
              </a:lnSpc>
              <a:spcBef>
                <a:spcPts val="1000"/>
              </a:spcBef>
              <a:spcAft>
                <a:spcPts val="0"/>
              </a:spcAft>
              <a:buSzPts val="1800"/>
              <a:buChar char="•"/>
              <a:defRPr/>
            </a:lvl8pPr>
            <a:lvl9pPr indent="-342900" lvl="8" marL="4114800" algn="l">
              <a:lnSpc>
                <a:spcPct val="100000"/>
              </a:lnSpc>
              <a:spcBef>
                <a:spcPts val="1000"/>
              </a:spcBef>
              <a:spcAft>
                <a:spcPts val="1000"/>
              </a:spcAft>
              <a:buSzPts val="1800"/>
              <a:buChar char="•"/>
              <a:defRPr/>
            </a:lvl9pPr>
          </a:lstStyle>
          <a:p/>
        </p:txBody>
      </p:sp>
      <p:sp>
        <p:nvSpPr>
          <p:cNvPr id="49" name="Google Shape;49;p7"/>
          <p:cNvSpPr txBox="1"/>
          <p:nvPr>
            <p:ph idx="10" type="dt"/>
          </p:nvPr>
        </p:nvSpPr>
        <p:spPr>
          <a:xfrm>
            <a:off x="8589660" y="5870575"/>
            <a:ext cx="1600200" cy="377700"/>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0" name="Google Shape;50;p7"/>
          <p:cNvSpPr txBox="1"/>
          <p:nvPr>
            <p:ph idx="11" type="ftr"/>
          </p:nvPr>
        </p:nvSpPr>
        <p:spPr>
          <a:xfrm>
            <a:off x="685800" y="5870575"/>
            <a:ext cx="7827600" cy="3777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7"/>
          <p:cNvSpPr txBox="1"/>
          <p:nvPr>
            <p:ph idx="12" type="sldNum"/>
          </p:nvPr>
        </p:nvSpPr>
        <p:spPr>
          <a:xfrm>
            <a:off x="10266060" y="5870575"/>
            <a:ext cx="551100" cy="3777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52" name="Shape 52"/>
        <p:cNvGrpSpPr/>
        <p:nvPr/>
      </p:nvGrpSpPr>
      <p:grpSpPr>
        <a:xfrm>
          <a:off x="0" y="0"/>
          <a:ext cx="0" cy="0"/>
          <a:chOff x="0" y="0"/>
          <a:chExt cx="0" cy="0"/>
        </a:xfrm>
      </p:grpSpPr>
      <p:sp>
        <p:nvSpPr>
          <p:cNvPr id="53" name="Google Shape;53;p8"/>
          <p:cNvSpPr txBox="1"/>
          <p:nvPr>
            <p:ph type="title"/>
          </p:nvPr>
        </p:nvSpPr>
        <p:spPr>
          <a:xfrm>
            <a:off x="685801" y="609600"/>
            <a:ext cx="10131300" cy="1456200"/>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chemeClr val="lt1"/>
              </a:buClr>
              <a:buSzPts val="36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4" name="Google Shape;54;p8"/>
          <p:cNvSpPr txBox="1"/>
          <p:nvPr>
            <p:ph idx="1" type="body"/>
          </p:nvPr>
        </p:nvSpPr>
        <p:spPr>
          <a:xfrm>
            <a:off x="973670" y="2218267"/>
            <a:ext cx="4709100" cy="576300"/>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0"/>
              </a:spcBef>
              <a:spcAft>
                <a:spcPts val="0"/>
              </a:spcAft>
              <a:buSzPts val="2800"/>
              <a:buNone/>
              <a:defRPr b="0" sz="2800"/>
            </a:lvl1pPr>
            <a:lvl2pPr indent="-228600" lvl="1" marL="914400" algn="l">
              <a:lnSpc>
                <a:spcPct val="100000"/>
              </a:lnSpc>
              <a:spcBef>
                <a:spcPts val="1000"/>
              </a:spcBef>
              <a:spcAft>
                <a:spcPts val="0"/>
              </a:spcAft>
              <a:buSzPts val="2000"/>
              <a:buNone/>
              <a:defRPr b="1" sz="2000"/>
            </a:lvl2pPr>
            <a:lvl3pPr indent="-228600" lvl="2" marL="1371600" algn="l">
              <a:lnSpc>
                <a:spcPct val="100000"/>
              </a:lnSpc>
              <a:spcBef>
                <a:spcPts val="1000"/>
              </a:spcBef>
              <a:spcAft>
                <a:spcPts val="0"/>
              </a:spcAft>
              <a:buSzPts val="1800"/>
              <a:buNone/>
              <a:defRPr b="1" sz="1800"/>
            </a:lvl3pPr>
            <a:lvl4pPr indent="-228600" lvl="3" marL="1828800" algn="l">
              <a:lnSpc>
                <a:spcPct val="100000"/>
              </a:lnSpc>
              <a:spcBef>
                <a:spcPts val="1000"/>
              </a:spcBef>
              <a:spcAft>
                <a:spcPts val="0"/>
              </a:spcAft>
              <a:buSzPts val="1600"/>
              <a:buNone/>
              <a:defRPr b="1" sz="1600"/>
            </a:lvl4pPr>
            <a:lvl5pPr indent="-228600" lvl="4" marL="2286000" algn="l">
              <a:lnSpc>
                <a:spcPct val="100000"/>
              </a:lnSpc>
              <a:spcBef>
                <a:spcPts val="1000"/>
              </a:spcBef>
              <a:spcAft>
                <a:spcPts val="0"/>
              </a:spcAft>
              <a:buSzPts val="1600"/>
              <a:buNone/>
              <a:defRPr b="1" sz="1600"/>
            </a:lvl5pPr>
            <a:lvl6pPr indent="-228600" lvl="5" marL="2743200" algn="l">
              <a:lnSpc>
                <a:spcPct val="100000"/>
              </a:lnSpc>
              <a:spcBef>
                <a:spcPts val="1000"/>
              </a:spcBef>
              <a:spcAft>
                <a:spcPts val="0"/>
              </a:spcAft>
              <a:buSzPts val="1600"/>
              <a:buNone/>
              <a:defRPr b="1" sz="1600"/>
            </a:lvl6pPr>
            <a:lvl7pPr indent="-228600" lvl="6" marL="3200400" algn="l">
              <a:lnSpc>
                <a:spcPct val="100000"/>
              </a:lnSpc>
              <a:spcBef>
                <a:spcPts val="1000"/>
              </a:spcBef>
              <a:spcAft>
                <a:spcPts val="0"/>
              </a:spcAft>
              <a:buSzPts val="1600"/>
              <a:buNone/>
              <a:defRPr b="1" sz="1600"/>
            </a:lvl7pPr>
            <a:lvl8pPr indent="-228600" lvl="7" marL="3657600" algn="l">
              <a:lnSpc>
                <a:spcPct val="100000"/>
              </a:lnSpc>
              <a:spcBef>
                <a:spcPts val="1000"/>
              </a:spcBef>
              <a:spcAft>
                <a:spcPts val="0"/>
              </a:spcAft>
              <a:buSzPts val="1600"/>
              <a:buNone/>
              <a:defRPr b="1" sz="1600"/>
            </a:lvl8pPr>
            <a:lvl9pPr indent="-228600" lvl="8" marL="4114800" algn="l">
              <a:lnSpc>
                <a:spcPct val="100000"/>
              </a:lnSpc>
              <a:spcBef>
                <a:spcPts val="1000"/>
              </a:spcBef>
              <a:spcAft>
                <a:spcPts val="1000"/>
              </a:spcAft>
              <a:buSzPts val="1600"/>
              <a:buNone/>
              <a:defRPr b="1" sz="1600"/>
            </a:lvl9pPr>
          </a:lstStyle>
          <a:p/>
        </p:txBody>
      </p:sp>
      <p:sp>
        <p:nvSpPr>
          <p:cNvPr id="55" name="Google Shape;55;p8"/>
          <p:cNvSpPr txBox="1"/>
          <p:nvPr>
            <p:ph idx="2" type="body"/>
          </p:nvPr>
        </p:nvSpPr>
        <p:spPr>
          <a:xfrm>
            <a:off x="685801" y="2870201"/>
            <a:ext cx="4996800" cy="29211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0"/>
              </a:spcBef>
              <a:spcAft>
                <a:spcPts val="0"/>
              </a:spcAft>
              <a:buSzPts val="1800"/>
              <a:buChar char="•"/>
              <a:defRPr/>
            </a:lvl1pPr>
            <a:lvl2pPr indent="-342900" lvl="1" marL="914400" algn="l">
              <a:lnSpc>
                <a:spcPct val="100000"/>
              </a:lnSpc>
              <a:spcBef>
                <a:spcPts val="1000"/>
              </a:spcBef>
              <a:spcAft>
                <a:spcPts val="0"/>
              </a:spcAft>
              <a:buSzPts val="1800"/>
              <a:buChar char="•"/>
              <a:defRPr/>
            </a:lvl2pPr>
            <a:lvl3pPr indent="-342900" lvl="2" marL="1371600" algn="l">
              <a:lnSpc>
                <a:spcPct val="100000"/>
              </a:lnSpc>
              <a:spcBef>
                <a:spcPts val="1000"/>
              </a:spcBef>
              <a:spcAft>
                <a:spcPts val="0"/>
              </a:spcAft>
              <a:buSzPts val="1800"/>
              <a:buChar char="•"/>
              <a:defRPr/>
            </a:lvl3pPr>
            <a:lvl4pPr indent="-342900" lvl="3" marL="1828800" algn="l">
              <a:lnSpc>
                <a:spcPct val="100000"/>
              </a:lnSpc>
              <a:spcBef>
                <a:spcPts val="1000"/>
              </a:spcBef>
              <a:spcAft>
                <a:spcPts val="0"/>
              </a:spcAft>
              <a:buSzPts val="1800"/>
              <a:buChar char="•"/>
              <a:defRPr/>
            </a:lvl4pPr>
            <a:lvl5pPr indent="-342900" lvl="4" marL="2286000" algn="l">
              <a:lnSpc>
                <a:spcPct val="100000"/>
              </a:lnSpc>
              <a:spcBef>
                <a:spcPts val="1000"/>
              </a:spcBef>
              <a:spcAft>
                <a:spcPts val="0"/>
              </a:spcAft>
              <a:buSzPts val="1800"/>
              <a:buChar char="•"/>
              <a:defRPr/>
            </a:lvl5pPr>
            <a:lvl6pPr indent="-342900" lvl="5" marL="2743200" algn="l">
              <a:lnSpc>
                <a:spcPct val="100000"/>
              </a:lnSpc>
              <a:spcBef>
                <a:spcPts val="1000"/>
              </a:spcBef>
              <a:spcAft>
                <a:spcPts val="0"/>
              </a:spcAft>
              <a:buSzPts val="1800"/>
              <a:buChar char="•"/>
              <a:defRPr/>
            </a:lvl6pPr>
            <a:lvl7pPr indent="-342900" lvl="6" marL="3200400" algn="l">
              <a:lnSpc>
                <a:spcPct val="100000"/>
              </a:lnSpc>
              <a:spcBef>
                <a:spcPts val="1000"/>
              </a:spcBef>
              <a:spcAft>
                <a:spcPts val="0"/>
              </a:spcAft>
              <a:buSzPts val="1800"/>
              <a:buChar char="•"/>
              <a:defRPr/>
            </a:lvl7pPr>
            <a:lvl8pPr indent="-342900" lvl="7" marL="3657600" algn="l">
              <a:lnSpc>
                <a:spcPct val="100000"/>
              </a:lnSpc>
              <a:spcBef>
                <a:spcPts val="1000"/>
              </a:spcBef>
              <a:spcAft>
                <a:spcPts val="0"/>
              </a:spcAft>
              <a:buSzPts val="1800"/>
              <a:buChar char="•"/>
              <a:defRPr/>
            </a:lvl8pPr>
            <a:lvl9pPr indent="-342900" lvl="8" marL="4114800" algn="l">
              <a:lnSpc>
                <a:spcPct val="100000"/>
              </a:lnSpc>
              <a:spcBef>
                <a:spcPts val="1000"/>
              </a:spcBef>
              <a:spcAft>
                <a:spcPts val="1000"/>
              </a:spcAft>
              <a:buSzPts val="1800"/>
              <a:buChar char="•"/>
              <a:defRPr/>
            </a:lvl9pPr>
          </a:lstStyle>
          <a:p/>
        </p:txBody>
      </p:sp>
      <p:sp>
        <p:nvSpPr>
          <p:cNvPr id="56" name="Google Shape;56;p8"/>
          <p:cNvSpPr txBox="1"/>
          <p:nvPr>
            <p:ph idx="3" type="body"/>
          </p:nvPr>
        </p:nvSpPr>
        <p:spPr>
          <a:xfrm>
            <a:off x="6096003" y="2226734"/>
            <a:ext cx="4722900" cy="576300"/>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0"/>
              </a:spcBef>
              <a:spcAft>
                <a:spcPts val="0"/>
              </a:spcAft>
              <a:buSzPts val="2800"/>
              <a:buNone/>
              <a:defRPr b="0" sz="2800"/>
            </a:lvl1pPr>
            <a:lvl2pPr indent="-228600" lvl="1" marL="914400" algn="l">
              <a:lnSpc>
                <a:spcPct val="100000"/>
              </a:lnSpc>
              <a:spcBef>
                <a:spcPts val="1000"/>
              </a:spcBef>
              <a:spcAft>
                <a:spcPts val="0"/>
              </a:spcAft>
              <a:buSzPts val="2000"/>
              <a:buNone/>
              <a:defRPr b="1" sz="2000"/>
            </a:lvl2pPr>
            <a:lvl3pPr indent="-228600" lvl="2" marL="1371600" algn="l">
              <a:lnSpc>
                <a:spcPct val="100000"/>
              </a:lnSpc>
              <a:spcBef>
                <a:spcPts val="1000"/>
              </a:spcBef>
              <a:spcAft>
                <a:spcPts val="0"/>
              </a:spcAft>
              <a:buSzPts val="1800"/>
              <a:buNone/>
              <a:defRPr b="1" sz="1800"/>
            </a:lvl3pPr>
            <a:lvl4pPr indent="-228600" lvl="3" marL="1828800" algn="l">
              <a:lnSpc>
                <a:spcPct val="100000"/>
              </a:lnSpc>
              <a:spcBef>
                <a:spcPts val="1000"/>
              </a:spcBef>
              <a:spcAft>
                <a:spcPts val="0"/>
              </a:spcAft>
              <a:buSzPts val="1600"/>
              <a:buNone/>
              <a:defRPr b="1" sz="1600"/>
            </a:lvl4pPr>
            <a:lvl5pPr indent="-228600" lvl="4" marL="2286000" algn="l">
              <a:lnSpc>
                <a:spcPct val="100000"/>
              </a:lnSpc>
              <a:spcBef>
                <a:spcPts val="1000"/>
              </a:spcBef>
              <a:spcAft>
                <a:spcPts val="0"/>
              </a:spcAft>
              <a:buSzPts val="1600"/>
              <a:buNone/>
              <a:defRPr b="1" sz="1600"/>
            </a:lvl5pPr>
            <a:lvl6pPr indent="-228600" lvl="5" marL="2743200" algn="l">
              <a:lnSpc>
                <a:spcPct val="100000"/>
              </a:lnSpc>
              <a:spcBef>
                <a:spcPts val="1000"/>
              </a:spcBef>
              <a:spcAft>
                <a:spcPts val="0"/>
              </a:spcAft>
              <a:buSzPts val="1600"/>
              <a:buNone/>
              <a:defRPr b="1" sz="1600"/>
            </a:lvl6pPr>
            <a:lvl7pPr indent="-228600" lvl="6" marL="3200400" algn="l">
              <a:lnSpc>
                <a:spcPct val="100000"/>
              </a:lnSpc>
              <a:spcBef>
                <a:spcPts val="1000"/>
              </a:spcBef>
              <a:spcAft>
                <a:spcPts val="0"/>
              </a:spcAft>
              <a:buSzPts val="1600"/>
              <a:buNone/>
              <a:defRPr b="1" sz="1600"/>
            </a:lvl7pPr>
            <a:lvl8pPr indent="-228600" lvl="7" marL="3657600" algn="l">
              <a:lnSpc>
                <a:spcPct val="100000"/>
              </a:lnSpc>
              <a:spcBef>
                <a:spcPts val="1000"/>
              </a:spcBef>
              <a:spcAft>
                <a:spcPts val="0"/>
              </a:spcAft>
              <a:buSzPts val="1600"/>
              <a:buNone/>
              <a:defRPr b="1" sz="1600"/>
            </a:lvl8pPr>
            <a:lvl9pPr indent="-228600" lvl="8" marL="4114800" algn="l">
              <a:lnSpc>
                <a:spcPct val="100000"/>
              </a:lnSpc>
              <a:spcBef>
                <a:spcPts val="1000"/>
              </a:spcBef>
              <a:spcAft>
                <a:spcPts val="1000"/>
              </a:spcAft>
              <a:buSzPts val="1600"/>
              <a:buNone/>
              <a:defRPr b="1" sz="1600"/>
            </a:lvl9pPr>
          </a:lstStyle>
          <a:p/>
        </p:txBody>
      </p:sp>
      <p:sp>
        <p:nvSpPr>
          <p:cNvPr id="57" name="Google Shape;57;p8"/>
          <p:cNvSpPr txBox="1"/>
          <p:nvPr>
            <p:ph idx="4" type="body"/>
          </p:nvPr>
        </p:nvSpPr>
        <p:spPr>
          <a:xfrm>
            <a:off x="5823483" y="2870201"/>
            <a:ext cx="4995300" cy="29211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0"/>
              </a:spcBef>
              <a:spcAft>
                <a:spcPts val="0"/>
              </a:spcAft>
              <a:buSzPts val="1800"/>
              <a:buChar char="•"/>
              <a:defRPr/>
            </a:lvl1pPr>
            <a:lvl2pPr indent="-342900" lvl="1" marL="914400" algn="l">
              <a:lnSpc>
                <a:spcPct val="100000"/>
              </a:lnSpc>
              <a:spcBef>
                <a:spcPts val="1000"/>
              </a:spcBef>
              <a:spcAft>
                <a:spcPts val="0"/>
              </a:spcAft>
              <a:buSzPts val="1800"/>
              <a:buChar char="•"/>
              <a:defRPr/>
            </a:lvl2pPr>
            <a:lvl3pPr indent="-342900" lvl="2" marL="1371600" algn="l">
              <a:lnSpc>
                <a:spcPct val="100000"/>
              </a:lnSpc>
              <a:spcBef>
                <a:spcPts val="1000"/>
              </a:spcBef>
              <a:spcAft>
                <a:spcPts val="0"/>
              </a:spcAft>
              <a:buSzPts val="1800"/>
              <a:buChar char="•"/>
              <a:defRPr/>
            </a:lvl3pPr>
            <a:lvl4pPr indent="-342900" lvl="3" marL="1828800" algn="l">
              <a:lnSpc>
                <a:spcPct val="100000"/>
              </a:lnSpc>
              <a:spcBef>
                <a:spcPts val="1000"/>
              </a:spcBef>
              <a:spcAft>
                <a:spcPts val="0"/>
              </a:spcAft>
              <a:buSzPts val="1800"/>
              <a:buChar char="•"/>
              <a:defRPr/>
            </a:lvl4pPr>
            <a:lvl5pPr indent="-342900" lvl="4" marL="2286000" algn="l">
              <a:lnSpc>
                <a:spcPct val="100000"/>
              </a:lnSpc>
              <a:spcBef>
                <a:spcPts val="1000"/>
              </a:spcBef>
              <a:spcAft>
                <a:spcPts val="0"/>
              </a:spcAft>
              <a:buSzPts val="1800"/>
              <a:buChar char="•"/>
              <a:defRPr/>
            </a:lvl5pPr>
            <a:lvl6pPr indent="-342900" lvl="5" marL="2743200" algn="l">
              <a:lnSpc>
                <a:spcPct val="100000"/>
              </a:lnSpc>
              <a:spcBef>
                <a:spcPts val="1000"/>
              </a:spcBef>
              <a:spcAft>
                <a:spcPts val="0"/>
              </a:spcAft>
              <a:buSzPts val="1800"/>
              <a:buChar char="•"/>
              <a:defRPr/>
            </a:lvl6pPr>
            <a:lvl7pPr indent="-342900" lvl="6" marL="3200400" algn="l">
              <a:lnSpc>
                <a:spcPct val="100000"/>
              </a:lnSpc>
              <a:spcBef>
                <a:spcPts val="1000"/>
              </a:spcBef>
              <a:spcAft>
                <a:spcPts val="0"/>
              </a:spcAft>
              <a:buSzPts val="1800"/>
              <a:buChar char="•"/>
              <a:defRPr/>
            </a:lvl7pPr>
            <a:lvl8pPr indent="-342900" lvl="7" marL="3657600" algn="l">
              <a:lnSpc>
                <a:spcPct val="100000"/>
              </a:lnSpc>
              <a:spcBef>
                <a:spcPts val="1000"/>
              </a:spcBef>
              <a:spcAft>
                <a:spcPts val="0"/>
              </a:spcAft>
              <a:buSzPts val="1800"/>
              <a:buChar char="•"/>
              <a:defRPr/>
            </a:lvl8pPr>
            <a:lvl9pPr indent="-342900" lvl="8" marL="4114800" algn="l">
              <a:lnSpc>
                <a:spcPct val="100000"/>
              </a:lnSpc>
              <a:spcBef>
                <a:spcPts val="1000"/>
              </a:spcBef>
              <a:spcAft>
                <a:spcPts val="1000"/>
              </a:spcAft>
              <a:buSzPts val="1800"/>
              <a:buChar char="•"/>
              <a:defRPr/>
            </a:lvl9pPr>
          </a:lstStyle>
          <a:p/>
        </p:txBody>
      </p:sp>
      <p:sp>
        <p:nvSpPr>
          <p:cNvPr id="58" name="Google Shape;58;p8"/>
          <p:cNvSpPr txBox="1"/>
          <p:nvPr>
            <p:ph idx="10" type="dt"/>
          </p:nvPr>
        </p:nvSpPr>
        <p:spPr>
          <a:xfrm>
            <a:off x="8589660" y="5870575"/>
            <a:ext cx="1600200" cy="377700"/>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8"/>
          <p:cNvSpPr txBox="1"/>
          <p:nvPr>
            <p:ph idx="11" type="ftr"/>
          </p:nvPr>
        </p:nvSpPr>
        <p:spPr>
          <a:xfrm>
            <a:off x="685800" y="5870575"/>
            <a:ext cx="7827600" cy="3777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8"/>
          <p:cNvSpPr txBox="1"/>
          <p:nvPr>
            <p:ph idx="12" type="sldNum"/>
          </p:nvPr>
        </p:nvSpPr>
        <p:spPr>
          <a:xfrm>
            <a:off x="10266060" y="5870575"/>
            <a:ext cx="551100" cy="3777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1" name="Shape 61"/>
        <p:cNvGrpSpPr/>
        <p:nvPr/>
      </p:nvGrpSpPr>
      <p:grpSpPr>
        <a:xfrm>
          <a:off x="0" y="0"/>
          <a:ext cx="0" cy="0"/>
          <a:chOff x="0" y="0"/>
          <a:chExt cx="0" cy="0"/>
        </a:xfrm>
      </p:grpSpPr>
      <p:pic>
        <p:nvPicPr>
          <p:cNvPr descr="Celestia-R1---OverlayContentHD.png" id="62" name="Google Shape;62;p9"/>
          <p:cNvPicPr preferRelativeResize="0"/>
          <p:nvPr/>
        </p:nvPicPr>
        <p:blipFill rotWithShape="1">
          <a:blip r:embed="rId2">
            <a:alphaModFix/>
          </a:blip>
          <a:srcRect b="0" l="0" r="0" t="0"/>
          <a:stretch/>
        </p:blipFill>
        <p:spPr>
          <a:xfrm>
            <a:off x="0" y="0"/>
            <a:ext cx="12188827" cy="6856215"/>
          </a:xfrm>
          <a:prstGeom prst="rect">
            <a:avLst/>
          </a:prstGeom>
          <a:noFill/>
          <a:ln>
            <a:noFill/>
          </a:ln>
        </p:spPr>
      </p:pic>
      <p:sp>
        <p:nvSpPr>
          <p:cNvPr id="63" name="Google Shape;63;p9"/>
          <p:cNvSpPr txBox="1"/>
          <p:nvPr>
            <p:ph idx="10" type="dt"/>
          </p:nvPr>
        </p:nvSpPr>
        <p:spPr>
          <a:xfrm>
            <a:off x="8589660" y="5870575"/>
            <a:ext cx="1600200" cy="377700"/>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9"/>
          <p:cNvSpPr txBox="1"/>
          <p:nvPr>
            <p:ph idx="11" type="ftr"/>
          </p:nvPr>
        </p:nvSpPr>
        <p:spPr>
          <a:xfrm>
            <a:off x="685800" y="5870575"/>
            <a:ext cx="7827600" cy="3777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5" name="Google Shape;65;p9"/>
          <p:cNvSpPr txBox="1"/>
          <p:nvPr>
            <p:ph idx="12" type="sldNum"/>
          </p:nvPr>
        </p:nvSpPr>
        <p:spPr>
          <a:xfrm>
            <a:off x="10266060" y="5870575"/>
            <a:ext cx="551100" cy="3777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6" name="Shape 66"/>
        <p:cNvGrpSpPr/>
        <p:nvPr/>
      </p:nvGrpSpPr>
      <p:grpSpPr>
        <a:xfrm>
          <a:off x="0" y="0"/>
          <a:ext cx="0" cy="0"/>
          <a:chOff x="0" y="0"/>
          <a:chExt cx="0" cy="0"/>
        </a:xfrm>
      </p:grpSpPr>
      <p:pic>
        <p:nvPicPr>
          <p:cNvPr descr="Celestia-R1---OverlayContentHD.png" id="67" name="Google Shape;67;p10"/>
          <p:cNvPicPr preferRelativeResize="0"/>
          <p:nvPr/>
        </p:nvPicPr>
        <p:blipFill rotWithShape="1">
          <a:blip r:embed="rId2">
            <a:alphaModFix/>
          </a:blip>
          <a:srcRect b="0" l="0" r="0" t="0"/>
          <a:stretch/>
        </p:blipFill>
        <p:spPr>
          <a:xfrm>
            <a:off x="0" y="0"/>
            <a:ext cx="12188827" cy="6856215"/>
          </a:xfrm>
          <a:prstGeom prst="rect">
            <a:avLst/>
          </a:prstGeom>
          <a:noFill/>
          <a:ln>
            <a:noFill/>
          </a:ln>
        </p:spPr>
      </p:pic>
      <p:sp>
        <p:nvSpPr>
          <p:cNvPr id="68" name="Google Shape;68;p10"/>
          <p:cNvSpPr txBox="1"/>
          <p:nvPr>
            <p:ph type="title"/>
          </p:nvPr>
        </p:nvSpPr>
        <p:spPr>
          <a:xfrm>
            <a:off x="685800" y="2074333"/>
            <a:ext cx="3681000" cy="137160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lt1"/>
              </a:buClr>
              <a:buSzPts val="2400"/>
              <a:buFont typeface="Calibri"/>
              <a:buNone/>
              <a:defRPr b="0"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9" name="Google Shape;69;p10"/>
          <p:cNvSpPr txBox="1"/>
          <p:nvPr>
            <p:ph idx="1" type="body"/>
          </p:nvPr>
        </p:nvSpPr>
        <p:spPr>
          <a:xfrm>
            <a:off x="4648201" y="609601"/>
            <a:ext cx="6168900" cy="5181600"/>
          </a:xfrm>
          <a:prstGeom prst="rect">
            <a:avLst/>
          </a:prstGeom>
          <a:noFill/>
          <a:ln>
            <a:noFill/>
          </a:ln>
        </p:spPr>
        <p:txBody>
          <a:bodyPr anchorCtr="0" anchor="ctr" bIns="45700" lIns="91425" spcFirstLastPara="1" rIns="91425" wrap="square" tIns="45700">
            <a:normAutofit/>
          </a:bodyPr>
          <a:lstStyle>
            <a:lvl1pPr indent="-342900" lvl="0" marL="457200" algn="l">
              <a:lnSpc>
                <a:spcPct val="100000"/>
              </a:lnSpc>
              <a:spcBef>
                <a:spcPts val="0"/>
              </a:spcBef>
              <a:spcAft>
                <a:spcPts val="0"/>
              </a:spcAft>
              <a:buSzPts val="1800"/>
              <a:buChar char="•"/>
              <a:defRPr/>
            </a:lvl1pPr>
            <a:lvl2pPr indent="-342900" lvl="1" marL="914400" algn="l">
              <a:lnSpc>
                <a:spcPct val="100000"/>
              </a:lnSpc>
              <a:spcBef>
                <a:spcPts val="1000"/>
              </a:spcBef>
              <a:spcAft>
                <a:spcPts val="0"/>
              </a:spcAft>
              <a:buSzPts val="1800"/>
              <a:buChar char="•"/>
              <a:defRPr/>
            </a:lvl2pPr>
            <a:lvl3pPr indent="-342900" lvl="2" marL="1371600" algn="l">
              <a:lnSpc>
                <a:spcPct val="100000"/>
              </a:lnSpc>
              <a:spcBef>
                <a:spcPts val="1000"/>
              </a:spcBef>
              <a:spcAft>
                <a:spcPts val="0"/>
              </a:spcAft>
              <a:buSzPts val="1800"/>
              <a:buChar char="•"/>
              <a:defRPr/>
            </a:lvl3pPr>
            <a:lvl4pPr indent="-342900" lvl="3" marL="1828800" algn="l">
              <a:lnSpc>
                <a:spcPct val="100000"/>
              </a:lnSpc>
              <a:spcBef>
                <a:spcPts val="1000"/>
              </a:spcBef>
              <a:spcAft>
                <a:spcPts val="0"/>
              </a:spcAft>
              <a:buSzPts val="1800"/>
              <a:buChar char="•"/>
              <a:defRPr/>
            </a:lvl4pPr>
            <a:lvl5pPr indent="-342900" lvl="4" marL="2286000" algn="l">
              <a:lnSpc>
                <a:spcPct val="100000"/>
              </a:lnSpc>
              <a:spcBef>
                <a:spcPts val="1000"/>
              </a:spcBef>
              <a:spcAft>
                <a:spcPts val="0"/>
              </a:spcAft>
              <a:buSzPts val="1800"/>
              <a:buChar char="•"/>
              <a:defRPr/>
            </a:lvl5pPr>
            <a:lvl6pPr indent="-342900" lvl="5" marL="2743200" algn="l">
              <a:lnSpc>
                <a:spcPct val="100000"/>
              </a:lnSpc>
              <a:spcBef>
                <a:spcPts val="1000"/>
              </a:spcBef>
              <a:spcAft>
                <a:spcPts val="0"/>
              </a:spcAft>
              <a:buSzPts val="1800"/>
              <a:buChar char="•"/>
              <a:defRPr/>
            </a:lvl6pPr>
            <a:lvl7pPr indent="-342900" lvl="6" marL="3200400" algn="l">
              <a:lnSpc>
                <a:spcPct val="100000"/>
              </a:lnSpc>
              <a:spcBef>
                <a:spcPts val="1000"/>
              </a:spcBef>
              <a:spcAft>
                <a:spcPts val="0"/>
              </a:spcAft>
              <a:buSzPts val="1800"/>
              <a:buChar char="•"/>
              <a:defRPr/>
            </a:lvl7pPr>
            <a:lvl8pPr indent="-342900" lvl="7" marL="3657600" algn="l">
              <a:lnSpc>
                <a:spcPct val="100000"/>
              </a:lnSpc>
              <a:spcBef>
                <a:spcPts val="1000"/>
              </a:spcBef>
              <a:spcAft>
                <a:spcPts val="0"/>
              </a:spcAft>
              <a:buSzPts val="1800"/>
              <a:buChar char="•"/>
              <a:defRPr/>
            </a:lvl8pPr>
            <a:lvl9pPr indent="-342900" lvl="8" marL="4114800" algn="l">
              <a:lnSpc>
                <a:spcPct val="100000"/>
              </a:lnSpc>
              <a:spcBef>
                <a:spcPts val="1000"/>
              </a:spcBef>
              <a:spcAft>
                <a:spcPts val="1000"/>
              </a:spcAft>
              <a:buSzPts val="1800"/>
              <a:buChar char="•"/>
              <a:defRPr/>
            </a:lvl9pPr>
          </a:lstStyle>
          <a:p/>
        </p:txBody>
      </p:sp>
      <p:sp>
        <p:nvSpPr>
          <p:cNvPr id="70" name="Google Shape;70;p10"/>
          <p:cNvSpPr txBox="1"/>
          <p:nvPr>
            <p:ph idx="2" type="body"/>
          </p:nvPr>
        </p:nvSpPr>
        <p:spPr>
          <a:xfrm>
            <a:off x="685800" y="3445933"/>
            <a:ext cx="3681000" cy="18288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0"/>
              </a:spcBef>
              <a:spcAft>
                <a:spcPts val="0"/>
              </a:spcAft>
              <a:buSzPts val="1600"/>
              <a:buNone/>
              <a:defRPr sz="1600"/>
            </a:lvl1pPr>
            <a:lvl2pPr indent="-228600" lvl="1" marL="914400" algn="l">
              <a:lnSpc>
                <a:spcPct val="100000"/>
              </a:lnSpc>
              <a:spcBef>
                <a:spcPts val="1000"/>
              </a:spcBef>
              <a:spcAft>
                <a:spcPts val="0"/>
              </a:spcAft>
              <a:buSzPts val="1200"/>
              <a:buNone/>
              <a:defRPr sz="1200"/>
            </a:lvl2pPr>
            <a:lvl3pPr indent="-228600" lvl="2" marL="1371600" algn="l">
              <a:lnSpc>
                <a:spcPct val="100000"/>
              </a:lnSpc>
              <a:spcBef>
                <a:spcPts val="1000"/>
              </a:spcBef>
              <a:spcAft>
                <a:spcPts val="0"/>
              </a:spcAft>
              <a:buSzPts val="1000"/>
              <a:buNone/>
              <a:defRPr sz="1000"/>
            </a:lvl3pPr>
            <a:lvl4pPr indent="-228600" lvl="3" marL="1828800" algn="l">
              <a:lnSpc>
                <a:spcPct val="100000"/>
              </a:lnSpc>
              <a:spcBef>
                <a:spcPts val="1000"/>
              </a:spcBef>
              <a:spcAft>
                <a:spcPts val="0"/>
              </a:spcAft>
              <a:buSzPts val="900"/>
              <a:buNone/>
              <a:defRPr sz="900"/>
            </a:lvl4pPr>
            <a:lvl5pPr indent="-228600" lvl="4" marL="2286000" algn="l">
              <a:lnSpc>
                <a:spcPct val="100000"/>
              </a:lnSpc>
              <a:spcBef>
                <a:spcPts val="1000"/>
              </a:spcBef>
              <a:spcAft>
                <a:spcPts val="0"/>
              </a:spcAft>
              <a:buSzPts val="900"/>
              <a:buNone/>
              <a:defRPr sz="900"/>
            </a:lvl5pPr>
            <a:lvl6pPr indent="-228600" lvl="5" marL="2743200" algn="l">
              <a:lnSpc>
                <a:spcPct val="100000"/>
              </a:lnSpc>
              <a:spcBef>
                <a:spcPts val="1000"/>
              </a:spcBef>
              <a:spcAft>
                <a:spcPts val="0"/>
              </a:spcAft>
              <a:buSzPts val="900"/>
              <a:buNone/>
              <a:defRPr sz="900"/>
            </a:lvl6pPr>
            <a:lvl7pPr indent="-228600" lvl="6" marL="3200400" algn="l">
              <a:lnSpc>
                <a:spcPct val="100000"/>
              </a:lnSpc>
              <a:spcBef>
                <a:spcPts val="1000"/>
              </a:spcBef>
              <a:spcAft>
                <a:spcPts val="0"/>
              </a:spcAft>
              <a:buSzPts val="900"/>
              <a:buNone/>
              <a:defRPr sz="900"/>
            </a:lvl7pPr>
            <a:lvl8pPr indent="-228600" lvl="7" marL="3657600" algn="l">
              <a:lnSpc>
                <a:spcPct val="100000"/>
              </a:lnSpc>
              <a:spcBef>
                <a:spcPts val="1000"/>
              </a:spcBef>
              <a:spcAft>
                <a:spcPts val="0"/>
              </a:spcAft>
              <a:buSzPts val="900"/>
              <a:buNone/>
              <a:defRPr sz="900"/>
            </a:lvl8pPr>
            <a:lvl9pPr indent="-228600" lvl="8" marL="4114800" algn="l">
              <a:lnSpc>
                <a:spcPct val="100000"/>
              </a:lnSpc>
              <a:spcBef>
                <a:spcPts val="1000"/>
              </a:spcBef>
              <a:spcAft>
                <a:spcPts val="1000"/>
              </a:spcAft>
              <a:buSzPts val="900"/>
              <a:buNone/>
              <a:defRPr sz="900"/>
            </a:lvl9pPr>
          </a:lstStyle>
          <a:p/>
        </p:txBody>
      </p:sp>
      <p:sp>
        <p:nvSpPr>
          <p:cNvPr id="71" name="Google Shape;71;p10"/>
          <p:cNvSpPr txBox="1"/>
          <p:nvPr>
            <p:ph idx="10" type="dt"/>
          </p:nvPr>
        </p:nvSpPr>
        <p:spPr>
          <a:xfrm>
            <a:off x="8589660" y="5870575"/>
            <a:ext cx="1600200" cy="377700"/>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10"/>
          <p:cNvSpPr txBox="1"/>
          <p:nvPr>
            <p:ph idx="11" type="ftr"/>
          </p:nvPr>
        </p:nvSpPr>
        <p:spPr>
          <a:xfrm>
            <a:off x="685800" y="5870575"/>
            <a:ext cx="7827600" cy="3777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10"/>
          <p:cNvSpPr txBox="1"/>
          <p:nvPr>
            <p:ph idx="12" type="sldNum"/>
          </p:nvPr>
        </p:nvSpPr>
        <p:spPr>
          <a:xfrm>
            <a:off x="10266060" y="5870575"/>
            <a:ext cx="551100" cy="3777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74" name="Shape 74"/>
        <p:cNvGrpSpPr/>
        <p:nvPr/>
      </p:nvGrpSpPr>
      <p:grpSpPr>
        <a:xfrm>
          <a:off x="0" y="0"/>
          <a:ext cx="0" cy="0"/>
          <a:chOff x="0" y="0"/>
          <a:chExt cx="0" cy="0"/>
        </a:xfrm>
      </p:grpSpPr>
      <p:pic>
        <p:nvPicPr>
          <p:cNvPr descr="Celestia-R1---OverlayContentHD.png" id="75" name="Google Shape;75;p11"/>
          <p:cNvPicPr preferRelativeResize="0"/>
          <p:nvPr/>
        </p:nvPicPr>
        <p:blipFill rotWithShape="1">
          <a:blip r:embed="rId2">
            <a:alphaModFix/>
          </a:blip>
          <a:srcRect b="0" l="0" r="0" t="0"/>
          <a:stretch/>
        </p:blipFill>
        <p:spPr>
          <a:xfrm>
            <a:off x="0" y="0"/>
            <a:ext cx="12188827" cy="6856215"/>
          </a:xfrm>
          <a:prstGeom prst="rect">
            <a:avLst/>
          </a:prstGeom>
          <a:noFill/>
          <a:ln>
            <a:noFill/>
          </a:ln>
        </p:spPr>
      </p:pic>
      <p:sp>
        <p:nvSpPr>
          <p:cNvPr id="76" name="Google Shape;76;p11"/>
          <p:cNvSpPr txBox="1"/>
          <p:nvPr>
            <p:ph type="title"/>
          </p:nvPr>
        </p:nvSpPr>
        <p:spPr>
          <a:xfrm>
            <a:off x="685800" y="1600200"/>
            <a:ext cx="6164700" cy="137160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lt1"/>
              </a:buClr>
              <a:buSzPts val="2800"/>
              <a:buFont typeface="Calibri"/>
              <a:buNone/>
              <a:defRPr b="0" sz="28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11"/>
          <p:cNvSpPr/>
          <p:nvPr>
            <p:ph idx="2" type="pic"/>
          </p:nvPr>
        </p:nvSpPr>
        <p:spPr>
          <a:xfrm>
            <a:off x="7536253" y="914400"/>
            <a:ext cx="3281100" cy="4572000"/>
          </a:xfrm>
          <a:prstGeom prst="roundRect">
            <a:avLst>
              <a:gd fmla="val 4280" name="adj"/>
            </a:avLst>
          </a:prstGeom>
          <a:noFill/>
          <a:ln cap="sq" cmpd="dbl" w="50800">
            <a:solidFill>
              <a:srgbClr val="FFFFFF"/>
            </a:solidFill>
            <a:prstDash val="solid"/>
            <a:miter lim="800000"/>
            <a:headEnd len="sm" w="sm" type="none"/>
            <a:tailEnd len="sm" w="sm" type="none"/>
          </a:ln>
          <a:effectLst>
            <a:outerShdw blurRad="254000" rotWithShape="0" algn="tl">
              <a:srgbClr val="000000">
                <a:alpha val="42745"/>
              </a:srgbClr>
            </a:outerShdw>
          </a:effectLst>
        </p:spPr>
      </p:sp>
      <p:sp>
        <p:nvSpPr>
          <p:cNvPr id="78" name="Google Shape;78;p11"/>
          <p:cNvSpPr txBox="1"/>
          <p:nvPr>
            <p:ph idx="1" type="body"/>
          </p:nvPr>
        </p:nvSpPr>
        <p:spPr>
          <a:xfrm>
            <a:off x="685800" y="2971800"/>
            <a:ext cx="6164700" cy="18288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0"/>
              </a:spcBef>
              <a:spcAft>
                <a:spcPts val="0"/>
              </a:spcAft>
              <a:buSzPts val="1800"/>
              <a:buNone/>
              <a:defRPr sz="1800"/>
            </a:lvl1pPr>
            <a:lvl2pPr indent="-228600" lvl="1" marL="914400" algn="l">
              <a:lnSpc>
                <a:spcPct val="100000"/>
              </a:lnSpc>
              <a:spcBef>
                <a:spcPts val="1000"/>
              </a:spcBef>
              <a:spcAft>
                <a:spcPts val="0"/>
              </a:spcAft>
              <a:buSzPts val="1200"/>
              <a:buNone/>
              <a:defRPr sz="1200"/>
            </a:lvl2pPr>
            <a:lvl3pPr indent="-228600" lvl="2" marL="1371600" algn="l">
              <a:lnSpc>
                <a:spcPct val="100000"/>
              </a:lnSpc>
              <a:spcBef>
                <a:spcPts val="1000"/>
              </a:spcBef>
              <a:spcAft>
                <a:spcPts val="0"/>
              </a:spcAft>
              <a:buSzPts val="1000"/>
              <a:buNone/>
              <a:defRPr sz="1000"/>
            </a:lvl3pPr>
            <a:lvl4pPr indent="-228600" lvl="3" marL="1828800" algn="l">
              <a:lnSpc>
                <a:spcPct val="100000"/>
              </a:lnSpc>
              <a:spcBef>
                <a:spcPts val="1000"/>
              </a:spcBef>
              <a:spcAft>
                <a:spcPts val="0"/>
              </a:spcAft>
              <a:buSzPts val="900"/>
              <a:buNone/>
              <a:defRPr sz="900"/>
            </a:lvl4pPr>
            <a:lvl5pPr indent="-228600" lvl="4" marL="2286000" algn="l">
              <a:lnSpc>
                <a:spcPct val="100000"/>
              </a:lnSpc>
              <a:spcBef>
                <a:spcPts val="1000"/>
              </a:spcBef>
              <a:spcAft>
                <a:spcPts val="0"/>
              </a:spcAft>
              <a:buSzPts val="900"/>
              <a:buNone/>
              <a:defRPr sz="900"/>
            </a:lvl5pPr>
            <a:lvl6pPr indent="-228600" lvl="5" marL="2743200" algn="l">
              <a:lnSpc>
                <a:spcPct val="100000"/>
              </a:lnSpc>
              <a:spcBef>
                <a:spcPts val="1000"/>
              </a:spcBef>
              <a:spcAft>
                <a:spcPts val="0"/>
              </a:spcAft>
              <a:buSzPts val="900"/>
              <a:buNone/>
              <a:defRPr sz="900"/>
            </a:lvl6pPr>
            <a:lvl7pPr indent="-228600" lvl="6" marL="3200400" algn="l">
              <a:lnSpc>
                <a:spcPct val="100000"/>
              </a:lnSpc>
              <a:spcBef>
                <a:spcPts val="1000"/>
              </a:spcBef>
              <a:spcAft>
                <a:spcPts val="0"/>
              </a:spcAft>
              <a:buSzPts val="900"/>
              <a:buNone/>
              <a:defRPr sz="900"/>
            </a:lvl7pPr>
            <a:lvl8pPr indent="-228600" lvl="7" marL="3657600" algn="l">
              <a:lnSpc>
                <a:spcPct val="100000"/>
              </a:lnSpc>
              <a:spcBef>
                <a:spcPts val="1000"/>
              </a:spcBef>
              <a:spcAft>
                <a:spcPts val="0"/>
              </a:spcAft>
              <a:buSzPts val="900"/>
              <a:buNone/>
              <a:defRPr sz="900"/>
            </a:lvl8pPr>
            <a:lvl9pPr indent="-228600" lvl="8" marL="4114800" algn="l">
              <a:lnSpc>
                <a:spcPct val="100000"/>
              </a:lnSpc>
              <a:spcBef>
                <a:spcPts val="1000"/>
              </a:spcBef>
              <a:spcAft>
                <a:spcPts val="1000"/>
              </a:spcAft>
              <a:buSzPts val="900"/>
              <a:buNone/>
              <a:defRPr sz="900"/>
            </a:lvl9pPr>
          </a:lstStyle>
          <a:p/>
        </p:txBody>
      </p:sp>
      <p:sp>
        <p:nvSpPr>
          <p:cNvPr id="79" name="Google Shape;79;p11"/>
          <p:cNvSpPr txBox="1"/>
          <p:nvPr>
            <p:ph idx="10" type="dt"/>
          </p:nvPr>
        </p:nvSpPr>
        <p:spPr>
          <a:xfrm>
            <a:off x="8589660" y="5870575"/>
            <a:ext cx="1600200" cy="377700"/>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11"/>
          <p:cNvSpPr txBox="1"/>
          <p:nvPr>
            <p:ph idx="11" type="ftr"/>
          </p:nvPr>
        </p:nvSpPr>
        <p:spPr>
          <a:xfrm>
            <a:off x="685800" y="5870575"/>
            <a:ext cx="7827600" cy="3777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1" name="Google Shape;81;p11"/>
          <p:cNvSpPr txBox="1"/>
          <p:nvPr>
            <p:ph idx="12" type="sldNum"/>
          </p:nvPr>
        </p:nvSpPr>
        <p:spPr>
          <a:xfrm>
            <a:off x="10266060" y="5870575"/>
            <a:ext cx="551100" cy="3777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anoramic Picture with Caption">
  <p:cSld name="Panoramic Picture with Caption">
    <p:spTree>
      <p:nvGrpSpPr>
        <p:cNvPr id="82" name="Shape 82"/>
        <p:cNvGrpSpPr/>
        <p:nvPr/>
      </p:nvGrpSpPr>
      <p:grpSpPr>
        <a:xfrm>
          <a:off x="0" y="0"/>
          <a:ext cx="0" cy="0"/>
          <a:chOff x="0" y="0"/>
          <a:chExt cx="0" cy="0"/>
        </a:xfrm>
      </p:grpSpPr>
      <p:pic>
        <p:nvPicPr>
          <p:cNvPr descr="Celestia-R1---OverlayContentHD.png" id="83" name="Google Shape;83;p12"/>
          <p:cNvPicPr preferRelativeResize="0"/>
          <p:nvPr/>
        </p:nvPicPr>
        <p:blipFill rotWithShape="1">
          <a:blip r:embed="rId2">
            <a:alphaModFix/>
          </a:blip>
          <a:srcRect b="0" l="0" r="0" t="0"/>
          <a:stretch/>
        </p:blipFill>
        <p:spPr>
          <a:xfrm>
            <a:off x="0" y="0"/>
            <a:ext cx="12188827" cy="6856215"/>
          </a:xfrm>
          <a:prstGeom prst="rect">
            <a:avLst/>
          </a:prstGeom>
          <a:noFill/>
          <a:ln>
            <a:noFill/>
          </a:ln>
        </p:spPr>
      </p:pic>
      <p:sp>
        <p:nvSpPr>
          <p:cNvPr id="84" name="Google Shape;84;p12"/>
          <p:cNvSpPr txBox="1"/>
          <p:nvPr>
            <p:ph type="title"/>
          </p:nvPr>
        </p:nvSpPr>
        <p:spPr>
          <a:xfrm>
            <a:off x="685800" y="4732865"/>
            <a:ext cx="10131300" cy="56670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lt1"/>
              </a:buClr>
              <a:buSzPts val="2400"/>
              <a:buFont typeface="Calibri"/>
              <a:buNone/>
              <a:defRPr b="0"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5" name="Google Shape;85;p12"/>
          <p:cNvSpPr/>
          <p:nvPr>
            <p:ph idx="2" type="pic"/>
          </p:nvPr>
        </p:nvSpPr>
        <p:spPr>
          <a:xfrm>
            <a:off x="1371600" y="932112"/>
            <a:ext cx="8759700" cy="3165000"/>
          </a:xfrm>
          <a:prstGeom prst="roundRect">
            <a:avLst>
              <a:gd fmla="val 4380" name="adj"/>
            </a:avLst>
          </a:prstGeom>
          <a:noFill/>
          <a:ln cap="sq" cmpd="dbl" w="50800">
            <a:solidFill>
              <a:srgbClr val="FFFFFF"/>
            </a:solidFill>
            <a:prstDash val="solid"/>
            <a:miter lim="800000"/>
            <a:headEnd len="sm" w="sm" type="none"/>
            <a:tailEnd len="sm" w="sm" type="none"/>
          </a:ln>
          <a:effectLst>
            <a:outerShdw blurRad="254000" rotWithShape="0" algn="tl">
              <a:srgbClr val="000000">
                <a:alpha val="42745"/>
              </a:srgbClr>
            </a:outerShdw>
          </a:effectLst>
        </p:spPr>
      </p:sp>
      <p:sp>
        <p:nvSpPr>
          <p:cNvPr id="86" name="Google Shape;86;p12"/>
          <p:cNvSpPr txBox="1"/>
          <p:nvPr>
            <p:ph idx="1" type="body"/>
          </p:nvPr>
        </p:nvSpPr>
        <p:spPr>
          <a:xfrm>
            <a:off x="685800" y="5299603"/>
            <a:ext cx="10131300" cy="4938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0"/>
              </a:spcBef>
              <a:spcAft>
                <a:spcPts val="0"/>
              </a:spcAft>
              <a:buSzPts val="1400"/>
              <a:buNone/>
              <a:defRPr sz="1400"/>
            </a:lvl1pPr>
            <a:lvl2pPr indent="-228600" lvl="1" marL="914400" algn="l">
              <a:lnSpc>
                <a:spcPct val="100000"/>
              </a:lnSpc>
              <a:spcBef>
                <a:spcPts val="1000"/>
              </a:spcBef>
              <a:spcAft>
                <a:spcPts val="0"/>
              </a:spcAft>
              <a:buSzPts val="1200"/>
              <a:buNone/>
              <a:defRPr sz="1200"/>
            </a:lvl2pPr>
            <a:lvl3pPr indent="-228600" lvl="2" marL="1371600" algn="l">
              <a:lnSpc>
                <a:spcPct val="100000"/>
              </a:lnSpc>
              <a:spcBef>
                <a:spcPts val="1000"/>
              </a:spcBef>
              <a:spcAft>
                <a:spcPts val="0"/>
              </a:spcAft>
              <a:buSzPts val="1000"/>
              <a:buNone/>
              <a:defRPr sz="1000"/>
            </a:lvl3pPr>
            <a:lvl4pPr indent="-228600" lvl="3" marL="1828800" algn="l">
              <a:lnSpc>
                <a:spcPct val="100000"/>
              </a:lnSpc>
              <a:spcBef>
                <a:spcPts val="1000"/>
              </a:spcBef>
              <a:spcAft>
                <a:spcPts val="0"/>
              </a:spcAft>
              <a:buSzPts val="900"/>
              <a:buNone/>
              <a:defRPr sz="900"/>
            </a:lvl4pPr>
            <a:lvl5pPr indent="-228600" lvl="4" marL="2286000" algn="l">
              <a:lnSpc>
                <a:spcPct val="100000"/>
              </a:lnSpc>
              <a:spcBef>
                <a:spcPts val="1000"/>
              </a:spcBef>
              <a:spcAft>
                <a:spcPts val="0"/>
              </a:spcAft>
              <a:buSzPts val="900"/>
              <a:buNone/>
              <a:defRPr sz="900"/>
            </a:lvl5pPr>
            <a:lvl6pPr indent="-228600" lvl="5" marL="2743200" algn="l">
              <a:lnSpc>
                <a:spcPct val="100000"/>
              </a:lnSpc>
              <a:spcBef>
                <a:spcPts val="1000"/>
              </a:spcBef>
              <a:spcAft>
                <a:spcPts val="0"/>
              </a:spcAft>
              <a:buSzPts val="900"/>
              <a:buNone/>
              <a:defRPr sz="900"/>
            </a:lvl6pPr>
            <a:lvl7pPr indent="-228600" lvl="6" marL="3200400" algn="l">
              <a:lnSpc>
                <a:spcPct val="100000"/>
              </a:lnSpc>
              <a:spcBef>
                <a:spcPts val="1000"/>
              </a:spcBef>
              <a:spcAft>
                <a:spcPts val="0"/>
              </a:spcAft>
              <a:buSzPts val="900"/>
              <a:buNone/>
              <a:defRPr sz="900"/>
            </a:lvl7pPr>
            <a:lvl8pPr indent="-228600" lvl="7" marL="3657600" algn="l">
              <a:lnSpc>
                <a:spcPct val="100000"/>
              </a:lnSpc>
              <a:spcBef>
                <a:spcPts val="1000"/>
              </a:spcBef>
              <a:spcAft>
                <a:spcPts val="0"/>
              </a:spcAft>
              <a:buSzPts val="900"/>
              <a:buNone/>
              <a:defRPr sz="900"/>
            </a:lvl8pPr>
            <a:lvl9pPr indent="-228600" lvl="8" marL="4114800" algn="l">
              <a:lnSpc>
                <a:spcPct val="100000"/>
              </a:lnSpc>
              <a:spcBef>
                <a:spcPts val="1000"/>
              </a:spcBef>
              <a:spcAft>
                <a:spcPts val="1000"/>
              </a:spcAft>
              <a:buSzPts val="900"/>
              <a:buNone/>
              <a:defRPr sz="900"/>
            </a:lvl9pPr>
          </a:lstStyle>
          <a:p/>
        </p:txBody>
      </p:sp>
      <p:sp>
        <p:nvSpPr>
          <p:cNvPr id="87" name="Google Shape;87;p12"/>
          <p:cNvSpPr txBox="1"/>
          <p:nvPr>
            <p:ph idx="10" type="dt"/>
          </p:nvPr>
        </p:nvSpPr>
        <p:spPr>
          <a:xfrm>
            <a:off x="8589660" y="5870575"/>
            <a:ext cx="1600200" cy="377700"/>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8" name="Google Shape;88;p12"/>
          <p:cNvSpPr txBox="1"/>
          <p:nvPr>
            <p:ph idx="11" type="ftr"/>
          </p:nvPr>
        </p:nvSpPr>
        <p:spPr>
          <a:xfrm>
            <a:off x="685800" y="5870575"/>
            <a:ext cx="7827600" cy="3777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9" name="Google Shape;89;p12"/>
          <p:cNvSpPr txBox="1"/>
          <p:nvPr>
            <p:ph idx="12" type="sldNum"/>
          </p:nvPr>
        </p:nvSpPr>
        <p:spPr>
          <a:xfrm>
            <a:off x="10266060" y="5870575"/>
            <a:ext cx="551100" cy="3777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aption">
  <p:cSld name="Title and Caption">
    <p:spTree>
      <p:nvGrpSpPr>
        <p:cNvPr id="90" name="Shape 90"/>
        <p:cNvGrpSpPr/>
        <p:nvPr/>
      </p:nvGrpSpPr>
      <p:grpSpPr>
        <a:xfrm>
          <a:off x="0" y="0"/>
          <a:ext cx="0" cy="0"/>
          <a:chOff x="0" y="0"/>
          <a:chExt cx="0" cy="0"/>
        </a:xfrm>
      </p:grpSpPr>
      <p:pic>
        <p:nvPicPr>
          <p:cNvPr descr="Celestia-R1---OverlayContentHD.png" id="91" name="Google Shape;91;p13"/>
          <p:cNvPicPr preferRelativeResize="0"/>
          <p:nvPr/>
        </p:nvPicPr>
        <p:blipFill rotWithShape="1">
          <a:blip r:embed="rId2">
            <a:alphaModFix/>
          </a:blip>
          <a:srcRect b="0" l="0" r="0" t="0"/>
          <a:stretch/>
        </p:blipFill>
        <p:spPr>
          <a:xfrm>
            <a:off x="0" y="0"/>
            <a:ext cx="12188827" cy="6856215"/>
          </a:xfrm>
          <a:prstGeom prst="rect">
            <a:avLst/>
          </a:prstGeom>
          <a:noFill/>
          <a:ln>
            <a:noFill/>
          </a:ln>
        </p:spPr>
      </p:pic>
      <p:sp>
        <p:nvSpPr>
          <p:cNvPr id="92" name="Google Shape;92;p13"/>
          <p:cNvSpPr txBox="1"/>
          <p:nvPr>
            <p:ph type="title"/>
          </p:nvPr>
        </p:nvSpPr>
        <p:spPr>
          <a:xfrm>
            <a:off x="685801" y="609601"/>
            <a:ext cx="10131300" cy="3124200"/>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chemeClr val="lt1"/>
              </a:buClr>
              <a:buSzPts val="3200"/>
              <a:buFont typeface="Calibri"/>
              <a:buNone/>
              <a:defRPr b="0" sz="32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3" name="Google Shape;93;p13"/>
          <p:cNvSpPr txBox="1"/>
          <p:nvPr>
            <p:ph idx="1" type="body"/>
          </p:nvPr>
        </p:nvSpPr>
        <p:spPr>
          <a:xfrm>
            <a:off x="685800" y="4343400"/>
            <a:ext cx="10131300" cy="1447800"/>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0"/>
              </a:spcBef>
              <a:spcAft>
                <a:spcPts val="0"/>
              </a:spcAft>
              <a:buSzPts val="2000"/>
              <a:buNone/>
              <a:defRPr sz="2000">
                <a:solidFill>
                  <a:schemeClr val="lt1"/>
                </a:solidFill>
              </a:defRPr>
            </a:lvl1pPr>
            <a:lvl2pPr indent="-228600" lvl="1" marL="914400" algn="l">
              <a:lnSpc>
                <a:spcPct val="100000"/>
              </a:lnSpc>
              <a:spcBef>
                <a:spcPts val="1000"/>
              </a:spcBef>
              <a:spcAft>
                <a:spcPts val="0"/>
              </a:spcAft>
              <a:buSzPts val="1800"/>
              <a:buNone/>
              <a:defRPr sz="1800">
                <a:solidFill>
                  <a:schemeClr val="lt1"/>
                </a:solidFill>
              </a:defRPr>
            </a:lvl2pPr>
            <a:lvl3pPr indent="-228600" lvl="2" marL="1371600" algn="l">
              <a:lnSpc>
                <a:spcPct val="100000"/>
              </a:lnSpc>
              <a:spcBef>
                <a:spcPts val="1000"/>
              </a:spcBef>
              <a:spcAft>
                <a:spcPts val="0"/>
              </a:spcAft>
              <a:buSzPts val="1600"/>
              <a:buNone/>
              <a:defRPr sz="1600">
                <a:solidFill>
                  <a:schemeClr val="lt1"/>
                </a:solidFill>
              </a:defRPr>
            </a:lvl3pPr>
            <a:lvl4pPr indent="-228600" lvl="3" marL="1828800" algn="l">
              <a:lnSpc>
                <a:spcPct val="100000"/>
              </a:lnSpc>
              <a:spcBef>
                <a:spcPts val="1000"/>
              </a:spcBef>
              <a:spcAft>
                <a:spcPts val="0"/>
              </a:spcAft>
              <a:buSzPts val="1400"/>
              <a:buNone/>
              <a:defRPr sz="1400">
                <a:solidFill>
                  <a:schemeClr val="lt1"/>
                </a:solidFill>
              </a:defRPr>
            </a:lvl4pPr>
            <a:lvl5pPr indent="-228600" lvl="4" marL="2286000" algn="l">
              <a:lnSpc>
                <a:spcPct val="100000"/>
              </a:lnSpc>
              <a:spcBef>
                <a:spcPts val="1000"/>
              </a:spcBef>
              <a:spcAft>
                <a:spcPts val="0"/>
              </a:spcAft>
              <a:buSzPts val="1400"/>
              <a:buNone/>
              <a:defRPr sz="1400">
                <a:solidFill>
                  <a:schemeClr val="lt1"/>
                </a:solidFill>
              </a:defRPr>
            </a:lvl5pPr>
            <a:lvl6pPr indent="-228600" lvl="5" marL="2743200" algn="l">
              <a:lnSpc>
                <a:spcPct val="100000"/>
              </a:lnSpc>
              <a:spcBef>
                <a:spcPts val="1000"/>
              </a:spcBef>
              <a:spcAft>
                <a:spcPts val="0"/>
              </a:spcAft>
              <a:buSzPts val="1400"/>
              <a:buNone/>
              <a:defRPr sz="1400">
                <a:solidFill>
                  <a:schemeClr val="lt1"/>
                </a:solidFill>
              </a:defRPr>
            </a:lvl6pPr>
            <a:lvl7pPr indent="-228600" lvl="6" marL="3200400" algn="l">
              <a:lnSpc>
                <a:spcPct val="100000"/>
              </a:lnSpc>
              <a:spcBef>
                <a:spcPts val="1000"/>
              </a:spcBef>
              <a:spcAft>
                <a:spcPts val="0"/>
              </a:spcAft>
              <a:buSzPts val="1400"/>
              <a:buNone/>
              <a:defRPr sz="1400">
                <a:solidFill>
                  <a:schemeClr val="lt1"/>
                </a:solidFill>
              </a:defRPr>
            </a:lvl7pPr>
            <a:lvl8pPr indent="-228600" lvl="7" marL="3657600" algn="l">
              <a:lnSpc>
                <a:spcPct val="100000"/>
              </a:lnSpc>
              <a:spcBef>
                <a:spcPts val="1000"/>
              </a:spcBef>
              <a:spcAft>
                <a:spcPts val="0"/>
              </a:spcAft>
              <a:buSzPts val="1400"/>
              <a:buNone/>
              <a:defRPr sz="1400">
                <a:solidFill>
                  <a:schemeClr val="lt1"/>
                </a:solidFill>
              </a:defRPr>
            </a:lvl8pPr>
            <a:lvl9pPr indent="-228600" lvl="8" marL="4114800" algn="l">
              <a:lnSpc>
                <a:spcPct val="100000"/>
              </a:lnSpc>
              <a:spcBef>
                <a:spcPts val="1000"/>
              </a:spcBef>
              <a:spcAft>
                <a:spcPts val="1000"/>
              </a:spcAft>
              <a:buSzPts val="1400"/>
              <a:buNone/>
              <a:defRPr sz="1400">
                <a:solidFill>
                  <a:schemeClr val="lt1"/>
                </a:solidFill>
              </a:defRPr>
            </a:lvl9pPr>
          </a:lstStyle>
          <a:p/>
        </p:txBody>
      </p:sp>
      <p:sp>
        <p:nvSpPr>
          <p:cNvPr id="94" name="Google Shape;94;p13"/>
          <p:cNvSpPr txBox="1"/>
          <p:nvPr>
            <p:ph idx="10" type="dt"/>
          </p:nvPr>
        </p:nvSpPr>
        <p:spPr>
          <a:xfrm>
            <a:off x="8589660" y="5870575"/>
            <a:ext cx="1600200" cy="377700"/>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5" name="Google Shape;95;p13"/>
          <p:cNvSpPr txBox="1"/>
          <p:nvPr>
            <p:ph idx="11" type="ftr"/>
          </p:nvPr>
        </p:nvSpPr>
        <p:spPr>
          <a:xfrm>
            <a:off x="685800" y="5870575"/>
            <a:ext cx="7827600" cy="3777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6" name="Google Shape;96;p13"/>
          <p:cNvSpPr txBox="1"/>
          <p:nvPr>
            <p:ph idx="12" type="sldNum"/>
          </p:nvPr>
        </p:nvSpPr>
        <p:spPr>
          <a:xfrm>
            <a:off x="10266060" y="5870575"/>
            <a:ext cx="551100" cy="3777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with Caption">
  <p:cSld name="Quote with Caption">
    <p:spTree>
      <p:nvGrpSpPr>
        <p:cNvPr id="97" name="Shape 97"/>
        <p:cNvGrpSpPr/>
        <p:nvPr/>
      </p:nvGrpSpPr>
      <p:grpSpPr>
        <a:xfrm>
          <a:off x="0" y="0"/>
          <a:ext cx="0" cy="0"/>
          <a:chOff x="0" y="0"/>
          <a:chExt cx="0" cy="0"/>
        </a:xfrm>
      </p:grpSpPr>
      <p:pic>
        <p:nvPicPr>
          <p:cNvPr descr="Celestia-R1---OverlayContentHD.png" id="98" name="Google Shape;98;p14"/>
          <p:cNvPicPr preferRelativeResize="0"/>
          <p:nvPr/>
        </p:nvPicPr>
        <p:blipFill rotWithShape="1">
          <a:blip r:embed="rId2">
            <a:alphaModFix/>
          </a:blip>
          <a:srcRect b="0" l="0" r="0" t="0"/>
          <a:stretch/>
        </p:blipFill>
        <p:spPr>
          <a:xfrm>
            <a:off x="0" y="0"/>
            <a:ext cx="12188827" cy="6856215"/>
          </a:xfrm>
          <a:prstGeom prst="rect">
            <a:avLst/>
          </a:prstGeom>
          <a:noFill/>
          <a:ln>
            <a:noFill/>
          </a:ln>
        </p:spPr>
      </p:pic>
      <p:sp>
        <p:nvSpPr>
          <p:cNvPr id="99" name="Google Shape;99;p14"/>
          <p:cNvSpPr txBox="1"/>
          <p:nvPr/>
        </p:nvSpPr>
        <p:spPr>
          <a:xfrm>
            <a:off x="10237867" y="2743200"/>
            <a:ext cx="609600" cy="5847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lt1"/>
              </a:buClr>
              <a:buSzPts val="8000"/>
              <a:buFont typeface="Calibri"/>
              <a:buNone/>
            </a:pPr>
            <a:r>
              <a:rPr b="0" i="0" lang="en-US" sz="8000" u="none" cap="none" strike="noStrike">
                <a:solidFill>
                  <a:schemeClr val="lt1"/>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p:txBody>
      </p:sp>
      <p:sp>
        <p:nvSpPr>
          <p:cNvPr id="100" name="Google Shape;100;p14"/>
          <p:cNvSpPr txBox="1"/>
          <p:nvPr/>
        </p:nvSpPr>
        <p:spPr>
          <a:xfrm>
            <a:off x="488275" y="823337"/>
            <a:ext cx="609600" cy="5847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lt1"/>
              </a:buClr>
              <a:buSzPts val="8000"/>
              <a:buFont typeface="Calibri"/>
              <a:buNone/>
            </a:pPr>
            <a:r>
              <a:rPr b="0" i="0" lang="en-US" sz="8000" u="none" cap="none" strike="noStrike">
                <a:solidFill>
                  <a:schemeClr val="lt1"/>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p:txBody>
      </p:sp>
      <p:sp>
        <p:nvSpPr>
          <p:cNvPr id="101" name="Google Shape;101;p14"/>
          <p:cNvSpPr txBox="1"/>
          <p:nvPr>
            <p:ph type="title"/>
          </p:nvPr>
        </p:nvSpPr>
        <p:spPr>
          <a:xfrm>
            <a:off x="992267" y="609601"/>
            <a:ext cx="9550500" cy="2743200"/>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chemeClr val="lt1"/>
              </a:buClr>
              <a:buSzPts val="3200"/>
              <a:buFont typeface="Calibri"/>
              <a:buNone/>
              <a:defRPr b="0" sz="3200" cap="none">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2" name="Google Shape;102;p14"/>
          <p:cNvSpPr txBox="1"/>
          <p:nvPr>
            <p:ph idx="1" type="body"/>
          </p:nvPr>
        </p:nvSpPr>
        <p:spPr>
          <a:xfrm>
            <a:off x="1097875" y="3352800"/>
            <a:ext cx="9339300" cy="381000"/>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0"/>
              </a:spcBef>
              <a:spcAft>
                <a:spcPts val="0"/>
              </a:spcAft>
              <a:buSzPts val="1800"/>
              <a:buFont typeface="Calibri"/>
              <a:buNone/>
              <a:defRPr/>
            </a:lvl1pPr>
            <a:lvl2pPr indent="-228600" lvl="1" marL="914400" algn="l">
              <a:lnSpc>
                <a:spcPct val="100000"/>
              </a:lnSpc>
              <a:spcBef>
                <a:spcPts val="1000"/>
              </a:spcBef>
              <a:spcAft>
                <a:spcPts val="0"/>
              </a:spcAft>
              <a:buSzPts val="1600"/>
              <a:buFont typeface="Calibri"/>
              <a:buNone/>
              <a:defRPr/>
            </a:lvl2pPr>
            <a:lvl3pPr indent="-228600" lvl="2" marL="1371600" algn="l">
              <a:lnSpc>
                <a:spcPct val="100000"/>
              </a:lnSpc>
              <a:spcBef>
                <a:spcPts val="1000"/>
              </a:spcBef>
              <a:spcAft>
                <a:spcPts val="0"/>
              </a:spcAft>
              <a:buSzPts val="1400"/>
              <a:buFont typeface="Calibri"/>
              <a:buNone/>
              <a:defRPr/>
            </a:lvl3pPr>
            <a:lvl4pPr indent="-228600" lvl="3" marL="1828800" algn="l">
              <a:lnSpc>
                <a:spcPct val="100000"/>
              </a:lnSpc>
              <a:spcBef>
                <a:spcPts val="1000"/>
              </a:spcBef>
              <a:spcAft>
                <a:spcPts val="0"/>
              </a:spcAft>
              <a:buSzPts val="1200"/>
              <a:buFont typeface="Calibri"/>
              <a:buNone/>
              <a:defRPr/>
            </a:lvl4pPr>
            <a:lvl5pPr indent="-228600" lvl="4" marL="2286000" algn="l">
              <a:lnSpc>
                <a:spcPct val="100000"/>
              </a:lnSpc>
              <a:spcBef>
                <a:spcPts val="1000"/>
              </a:spcBef>
              <a:spcAft>
                <a:spcPts val="0"/>
              </a:spcAft>
              <a:buSzPts val="1200"/>
              <a:buFont typeface="Calibri"/>
              <a:buNone/>
              <a:defRPr/>
            </a:lvl5pPr>
            <a:lvl6pPr indent="-342900" lvl="5" marL="2743200" algn="l">
              <a:lnSpc>
                <a:spcPct val="100000"/>
              </a:lnSpc>
              <a:spcBef>
                <a:spcPts val="1000"/>
              </a:spcBef>
              <a:spcAft>
                <a:spcPts val="0"/>
              </a:spcAft>
              <a:buSzPts val="1800"/>
              <a:buChar char="•"/>
              <a:defRPr/>
            </a:lvl6pPr>
            <a:lvl7pPr indent="-342900" lvl="6" marL="3200400" algn="l">
              <a:lnSpc>
                <a:spcPct val="100000"/>
              </a:lnSpc>
              <a:spcBef>
                <a:spcPts val="1000"/>
              </a:spcBef>
              <a:spcAft>
                <a:spcPts val="0"/>
              </a:spcAft>
              <a:buSzPts val="1800"/>
              <a:buChar char="•"/>
              <a:defRPr/>
            </a:lvl7pPr>
            <a:lvl8pPr indent="-342900" lvl="7" marL="3657600" algn="l">
              <a:lnSpc>
                <a:spcPct val="100000"/>
              </a:lnSpc>
              <a:spcBef>
                <a:spcPts val="1000"/>
              </a:spcBef>
              <a:spcAft>
                <a:spcPts val="0"/>
              </a:spcAft>
              <a:buSzPts val="1800"/>
              <a:buChar char="•"/>
              <a:defRPr/>
            </a:lvl8pPr>
            <a:lvl9pPr indent="-342900" lvl="8" marL="4114800" algn="l">
              <a:lnSpc>
                <a:spcPct val="100000"/>
              </a:lnSpc>
              <a:spcBef>
                <a:spcPts val="1000"/>
              </a:spcBef>
              <a:spcAft>
                <a:spcPts val="1000"/>
              </a:spcAft>
              <a:buSzPts val="1800"/>
              <a:buChar char="•"/>
              <a:defRPr/>
            </a:lvl9pPr>
          </a:lstStyle>
          <a:p/>
        </p:txBody>
      </p:sp>
      <p:sp>
        <p:nvSpPr>
          <p:cNvPr id="103" name="Google Shape;103;p14"/>
          <p:cNvSpPr txBox="1"/>
          <p:nvPr>
            <p:ph idx="2" type="body"/>
          </p:nvPr>
        </p:nvSpPr>
        <p:spPr>
          <a:xfrm>
            <a:off x="687465" y="4343400"/>
            <a:ext cx="10152300" cy="1447800"/>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0"/>
              </a:spcBef>
              <a:spcAft>
                <a:spcPts val="0"/>
              </a:spcAft>
              <a:buSzPts val="2000"/>
              <a:buNone/>
              <a:defRPr sz="2000">
                <a:solidFill>
                  <a:schemeClr val="lt1"/>
                </a:solidFill>
              </a:defRPr>
            </a:lvl1pPr>
            <a:lvl2pPr indent="-228600" lvl="1" marL="914400" algn="l">
              <a:lnSpc>
                <a:spcPct val="100000"/>
              </a:lnSpc>
              <a:spcBef>
                <a:spcPts val="1000"/>
              </a:spcBef>
              <a:spcAft>
                <a:spcPts val="0"/>
              </a:spcAft>
              <a:buSzPts val="1800"/>
              <a:buNone/>
              <a:defRPr sz="1800">
                <a:solidFill>
                  <a:schemeClr val="lt1"/>
                </a:solidFill>
              </a:defRPr>
            </a:lvl2pPr>
            <a:lvl3pPr indent="-228600" lvl="2" marL="1371600" algn="l">
              <a:lnSpc>
                <a:spcPct val="100000"/>
              </a:lnSpc>
              <a:spcBef>
                <a:spcPts val="1000"/>
              </a:spcBef>
              <a:spcAft>
                <a:spcPts val="0"/>
              </a:spcAft>
              <a:buSzPts val="1600"/>
              <a:buNone/>
              <a:defRPr sz="1600">
                <a:solidFill>
                  <a:schemeClr val="lt1"/>
                </a:solidFill>
              </a:defRPr>
            </a:lvl3pPr>
            <a:lvl4pPr indent="-228600" lvl="3" marL="1828800" algn="l">
              <a:lnSpc>
                <a:spcPct val="100000"/>
              </a:lnSpc>
              <a:spcBef>
                <a:spcPts val="1000"/>
              </a:spcBef>
              <a:spcAft>
                <a:spcPts val="0"/>
              </a:spcAft>
              <a:buSzPts val="1400"/>
              <a:buNone/>
              <a:defRPr sz="1400">
                <a:solidFill>
                  <a:schemeClr val="lt1"/>
                </a:solidFill>
              </a:defRPr>
            </a:lvl4pPr>
            <a:lvl5pPr indent="-228600" lvl="4" marL="2286000" algn="l">
              <a:lnSpc>
                <a:spcPct val="100000"/>
              </a:lnSpc>
              <a:spcBef>
                <a:spcPts val="1000"/>
              </a:spcBef>
              <a:spcAft>
                <a:spcPts val="0"/>
              </a:spcAft>
              <a:buSzPts val="1400"/>
              <a:buNone/>
              <a:defRPr sz="1400">
                <a:solidFill>
                  <a:schemeClr val="lt1"/>
                </a:solidFill>
              </a:defRPr>
            </a:lvl5pPr>
            <a:lvl6pPr indent="-228600" lvl="5" marL="2743200" algn="l">
              <a:lnSpc>
                <a:spcPct val="100000"/>
              </a:lnSpc>
              <a:spcBef>
                <a:spcPts val="1000"/>
              </a:spcBef>
              <a:spcAft>
                <a:spcPts val="0"/>
              </a:spcAft>
              <a:buSzPts val="1400"/>
              <a:buNone/>
              <a:defRPr sz="1400">
                <a:solidFill>
                  <a:schemeClr val="lt1"/>
                </a:solidFill>
              </a:defRPr>
            </a:lvl6pPr>
            <a:lvl7pPr indent="-228600" lvl="6" marL="3200400" algn="l">
              <a:lnSpc>
                <a:spcPct val="100000"/>
              </a:lnSpc>
              <a:spcBef>
                <a:spcPts val="1000"/>
              </a:spcBef>
              <a:spcAft>
                <a:spcPts val="0"/>
              </a:spcAft>
              <a:buSzPts val="1400"/>
              <a:buNone/>
              <a:defRPr sz="1400">
                <a:solidFill>
                  <a:schemeClr val="lt1"/>
                </a:solidFill>
              </a:defRPr>
            </a:lvl7pPr>
            <a:lvl8pPr indent="-228600" lvl="7" marL="3657600" algn="l">
              <a:lnSpc>
                <a:spcPct val="100000"/>
              </a:lnSpc>
              <a:spcBef>
                <a:spcPts val="1000"/>
              </a:spcBef>
              <a:spcAft>
                <a:spcPts val="0"/>
              </a:spcAft>
              <a:buSzPts val="1400"/>
              <a:buNone/>
              <a:defRPr sz="1400">
                <a:solidFill>
                  <a:schemeClr val="lt1"/>
                </a:solidFill>
              </a:defRPr>
            </a:lvl8pPr>
            <a:lvl9pPr indent="-228600" lvl="8" marL="4114800" algn="l">
              <a:lnSpc>
                <a:spcPct val="100000"/>
              </a:lnSpc>
              <a:spcBef>
                <a:spcPts val="1000"/>
              </a:spcBef>
              <a:spcAft>
                <a:spcPts val="1000"/>
              </a:spcAft>
              <a:buSzPts val="1400"/>
              <a:buNone/>
              <a:defRPr sz="1400">
                <a:solidFill>
                  <a:schemeClr val="lt1"/>
                </a:solidFill>
              </a:defRPr>
            </a:lvl9pPr>
          </a:lstStyle>
          <a:p/>
        </p:txBody>
      </p:sp>
      <p:sp>
        <p:nvSpPr>
          <p:cNvPr id="104" name="Google Shape;104;p14"/>
          <p:cNvSpPr txBox="1"/>
          <p:nvPr>
            <p:ph idx="10" type="dt"/>
          </p:nvPr>
        </p:nvSpPr>
        <p:spPr>
          <a:xfrm>
            <a:off x="8589660" y="5870575"/>
            <a:ext cx="1600200" cy="377700"/>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5" name="Google Shape;105;p14"/>
          <p:cNvSpPr txBox="1"/>
          <p:nvPr>
            <p:ph idx="11" type="ftr"/>
          </p:nvPr>
        </p:nvSpPr>
        <p:spPr>
          <a:xfrm>
            <a:off x="685800" y="5870575"/>
            <a:ext cx="7827600" cy="3777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6" name="Google Shape;106;p14"/>
          <p:cNvSpPr txBox="1"/>
          <p:nvPr>
            <p:ph idx="12" type="sldNum"/>
          </p:nvPr>
        </p:nvSpPr>
        <p:spPr>
          <a:xfrm>
            <a:off x="10266060" y="5870575"/>
            <a:ext cx="551100" cy="3777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ame Card">
  <p:cSld name="Name Card">
    <p:spTree>
      <p:nvGrpSpPr>
        <p:cNvPr id="107" name="Shape 107"/>
        <p:cNvGrpSpPr/>
        <p:nvPr/>
      </p:nvGrpSpPr>
      <p:grpSpPr>
        <a:xfrm>
          <a:off x="0" y="0"/>
          <a:ext cx="0" cy="0"/>
          <a:chOff x="0" y="0"/>
          <a:chExt cx="0" cy="0"/>
        </a:xfrm>
      </p:grpSpPr>
      <p:pic>
        <p:nvPicPr>
          <p:cNvPr descr="Celestia-R1---OverlayContentHD.png" id="108" name="Google Shape;108;p15"/>
          <p:cNvPicPr preferRelativeResize="0"/>
          <p:nvPr/>
        </p:nvPicPr>
        <p:blipFill rotWithShape="1">
          <a:blip r:embed="rId2">
            <a:alphaModFix/>
          </a:blip>
          <a:srcRect b="0" l="0" r="0" t="0"/>
          <a:stretch/>
        </p:blipFill>
        <p:spPr>
          <a:xfrm>
            <a:off x="0" y="0"/>
            <a:ext cx="12188827" cy="6856215"/>
          </a:xfrm>
          <a:prstGeom prst="rect">
            <a:avLst/>
          </a:prstGeom>
          <a:noFill/>
          <a:ln>
            <a:noFill/>
          </a:ln>
        </p:spPr>
      </p:pic>
      <p:sp>
        <p:nvSpPr>
          <p:cNvPr id="109" name="Google Shape;109;p15"/>
          <p:cNvSpPr txBox="1"/>
          <p:nvPr>
            <p:ph type="title"/>
          </p:nvPr>
        </p:nvSpPr>
        <p:spPr>
          <a:xfrm>
            <a:off x="685802" y="3308581"/>
            <a:ext cx="10131300" cy="146880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lt1"/>
              </a:buClr>
              <a:buSzPts val="3200"/>
              <a:buFont typeface="Calibri"/>
              <a:buNone/>
              <a:defRPr b="0" sz="32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0" name="Google Shape;110;p15"/>
          <p:cNvSpPr txBox="1"/>
          <p:nvPr>
            <p:ph idx="1" type="body"/>
          </p:nvPr>
        </p:nvSpPr>
        <p:spPr>
          <a:xfrm>
            <a:off x="685801" y="4777381"/>
            <a:ext cx="10131300" cy="8604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0"/>
              </a:spcBef>
              <a:spcAft>
                <a:spcPts val="0"/>
              </a:spcAft>
              <a:buSzPts val="2000"/>
              <a:buNone/>
              <a:defRPr sz="2000">
                <a:solidFill>
                  <a:schemeClr val="lt1"/>
                </a:solidFill>
              </a:defRPr>
            </a:lvl1pPr>
            <a:lvl2pPr indent="-228600" lvl="1" marL="914400" algn="l">
              <a:lnSpc>
                <a:spcPct val="100000"/>
              </a:lnSpc>
              <a:spcBef>
                <a:spcPts val="1000"/>
              </a:spcBef>
              <a:spcAft>
                <a:spcPts val="0"/>
              </a:spcAft>
              <a:buSzPts val="1800"/>
              <a:buNone/>
              <a:defRPr sz="1800">
                <a:solidFill>
                  <a:schemeClr val="lt1"/>
                </a:solidFill>
              </a:defRPr>
            </a:lvl2pPr>
            <a:lvl3pPr indent="-228600" lvl="2" marL="1371600" algn="l">
              <a:lnSpc>
                <a:spcPct val="100000"/>
              </a:lnSpc>
              <a:spcBef>
                <a:spcPts val="1000"/>
              </a:spcBef>
              <a:spcAft>
                <a:spcPts val="0"/>
              </a:spcAft>
              <a:buSzPts val="1600"/>
              <a:buNone/>
              <a:defRPr sz="1600">
                <a:solidFill>
                  <a:schemeClr val="lt1"/>
                </a:solidFill>
              </a:defRPr>
            </a:lvl3pPr>
            <a:lvl4pPr indent="-228600" lvl="3" marL="1828800" algn="l">
              <a:lnSpc>
                <a:spcPct val="100000"/>
              </a:lnSpc>
              <a:spcBef>
                <a:spcPts val="1000"/>
              </a:spcBef>
              <a:spcAft>
                <a:spcPts val="0"/>
              </a:spcAft>
              <a:buSzPts val="1400"/>
              <a:buNone/>
              <a:defRPr sz="1400">
                <a:solidFill>
                  <a:schemeClr val="lt1"/>
                </a:solidFill>
              </a:defRPr>
            </a:lvl4pPr>
            <a:lvl5pPr indent="-228600" lvl="4" marL="2286000" algn="l">
              <a:lnSpc>
                <a:spcPct val="100000"/>
              </a:lnSpc>
              <a:spcBef>
                <a:spcPts val="1000"/>
              </a:spcBef>
              <a:spcAft>
                <a:spcPts val="0"/>
              </a:spcAft>
              <a:buSzPts val="1400"/>
              <a:buNone/>
              <a:defRPr sz="1400">
                <a:solidFill>
                  <a:schemeClr val="lt1"/>
                </a:solidFill>
              </a:defRPr>
            </a:lvl5pPr>
            <a:lvl6pPr indent="-228600" lvl="5" marL="2743200" algn="l">
              <a:lnSpc>
                <a:spcPct val="100000"/>
              </a:lnSpc>
              <a:spcBef>
                <a:spcPts val="1000"/>
              </a:spcBef>
              <a:spcAft>
                <a:spcPts val="0"/>
              </a:spcAft>
              <a:buSzPts val="1400"/>
              <a:buNone/>
              <a:defRPr sz="1400">
                <a:solidFill>
                  <a:schemeClr val="lt1"/>
                </a:solidFill>
              </a:defRPr>
            </a:lvl6pPr>
            <a:lvl7pPr indent="-228600" lvl="6" marL="3200400" algn="l">
              <a:lnSpc>
                <a:spcPct val="100000"/>
              </a:lnSpc>
              <a:spcBef>
                <a:spcPts val="1000"/>
              </a:spcBef>
              <a:spcAft>
                <a:spcPts val="0"/>
              </a:spcAft>
              <a:buSzPts val="1400"/>
              <a:buNone/>
              <a:defRPr sz="1400">
                <a:solidFill>
                  <a:schemeClr val="lt1"/>
                </a:solidFill>
              </a:defRPr>
            </a:lvl7pPr>
            <a:lvl8pPr indent="-228600" lvl="7" marL="3657600" algn="l">
              <a:lnSpc>
                <a:spcPct val="100000"/>
              </a:lnSpc>
              <a:spcBef>
                <a:spcPts val="1000"/>
              </a:spcBef>
              <a:spcAft>
                <a:spcPts val="0"/>
              </a:spcAft>
              <a:buSzPts val="1400"/>
              <a:buNone/>
              <a:defRPr sz="1400">
                <a:solidFill>
                  <a:schemeClr val="lt1"/>
                </a:solidFill>
              </a:defRPr>
            </a:lvl8pPr>
            <a:lvl9pPr indent="-228600" lvl="8" marL="4114800" algn="l">
              <a:lnSpc>
                <a:spcPct val="100000"/>
              </a:lnSpc>
              <a:spcBef>
                <a:spcPts val="1000"/>
              </a:spcBef>
              <a:spcAft>
                <a:spcPts val="1000"/>
              </a:spcAft>
              <a:buSzPts val="1400"/>
              <a:buNone/>
              <a:defRPr sz="1400">
                <a:solidFill>
                  <a:schemeClr val="lt1"/>
                </a:solidFill>
              </a:defRPr>
            </a:lvl9pPr>
          </a:lstStyle>
          <a:p/>
        </p:txBody>
      </p:sp>
      <p:sp>
        <p:nvSpPr>
          <p:cNvPr id="111" name="Google Shape;111;p15"/>
          <p:cNvSpPr txBox="1"/>
          <p:nvPr>
            <p:ph idx="10" type="dt"/>
          </p:nvPr>
        </p:nvSpPr>
        <p:spPr>
          <a:xfrm>
            <a:off x="8589660" y="5870575"/>
            <a:ext cx="1600200" cy="377700"/>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2" name="Google Shape;112;p15"/>
          <p:cNvSpPr txBox="1"/>
          <p:nvPr>
            <p:ph idx="11" type="ftr"/>
          </p:nvPr>
        </p:nvSpPr>
        <p:spPr>
          <a:xfrm>
            <a:off x="685800" y="5870575"/>
            <a:ext cx="7827600" cy="3777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3" name="Google Shape;113;p15"/>
          <p:cNvSpPr txBox="1"/>
          <p:nvPr>
            <p:ph idx="12" type="sldNum"/>
          </p:nvPr>
        </p:nvSpPr>
        <p:spPr>
          <a:xfrm>
            <a:off x="10266060" y="5870575"/>
            <a:ext cx="551100" cy="3777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Name Card">
  <p:cSld name="Quote Name Card">
    <p:spTree>
      <p:nvGrpSpPr>
        <p:cNvPr id="114" name="Shape 114"/>
        <p:cNvGrpSpPr/>
        <p:nvPr/>
      </p:nvGrpSpPr>
      <p:grpSpPr>
        <a:xfrm>
          <a:off x="0" y="0"/>
          <a:ext cx="0" cy="0"/>
          <a:chOff x="0" y="0"/>
          <a:chExt cx="0" cy="0"/>
        </a:xfrm>
      </p:grpSpPr>
      <p:pic>
        <p:nvPicPr>
          <p:cNvPr descr="Celestia-R1---OverlayContentHD.png" id="115" name="Google Shape;115;p16"/>
          <p:cNvPicPr preferRelativeResize="0"/>
          <p:nvPr/>
        </p:nvPicPr>
        <p:blipFill rotWithShape="1">
          <a:blip r:embed="rId2">
            <a:alphaModFix/>
          </a:blip>
          <a:srcRect b="0" l="0" r="0" t="0"/>
          <a:stretch/>
        </p:blipFill>
        <p:spPr>
          <a:xfrm>
            <a:off x="0" y="0"/>
            <a:ext cx="12188827" cy="6856215"/>
          </a:xfrm>
          <a:prstGeom prst="rect">
            <a:avLst/>
          </a:prstGeom>
          <a:noFill/>
          <a:ln>
            <a:noFill/>
          </a:ln>
        </p:spPr>
      </p:pic>
      <p:sp>
        <p:nvSpPr>
          <p:cNvPr id="116" name="Google Shape;116;p16"/>
          <p:cNvSpPr txBox="1"/>
          <p:nvPr/>
        </p:nvSpPr>
        <p:spPr>
          <a:xfrm>
            <a:off x="10237867" y="2743200"/>
            <a:ext cx="609600" cy="5847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lt1"/>
              </a:buClr>
              <a:buSzPts val="8000"/>
              <a:buFont typeface="Calibri"/>
              <a:buNone/>
            </a:pPr>
            <a:r>
              <a:rPr b="0" i="0" lang="en-US" sz="8000" u="none" cap="none" strike="noStrike">
                <a:solidFill>
                  <a:schemeClr val="lt1"/>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p:txBody>
      </p:sp>
      <p:sp>
        <p:nvSpPr>
          <p:cNvPr id="117" name="Google Shape;117;p16"/>
          <p:cNvSpPr txBox="1"/>
          <p:nvPr/>
        </p:nvSpPr>
        <p:spPr>
          <a:xfrm>
            <a:off x="488275" y="823337"/>
            <a:ext cx="609600" cy="5847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lt1"/>
              </a:buClr>
              <a:buSzPts val="8000"/>
              <a:buFont typeface="Calibri"/>
              <a:buNone/>
            </a:pPr>
            <a:r>
              <a:rPr b="0" i="0" lang="en-US" sz="8000" u="none" cap="none" strike="noStrike">
                <a:solidFill>
                  <a:schemeClr val="lt1"/>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p:txBody>
      </p:sp>
      <p:sp>
        <p:nvSpPr>
          <p:cNvPr id="118" name="Google Shape;118;p16"/>
          <p:cNvSpPr txBox="1"/>
          <p:nvPr>
            <p:ph type="title"/>
          </p:nvPr>
        </p:nvSpPr>
        <p:spPr>
          <a:xfrm>
            <a:off x="992267" y="609601"/>
            <a:ext cx="9550500" cy="2743200"/>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chemeClr val="lt1"/>
              </a:buClr>
              <a:buSzPts val="3200"/>
              <a:buFont typeface="Calibri"/>
              <a:buNone/>
              <a:defRPr b="0" sz="3200" cap="none">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9" name="Google Shape;119;p16"/>
          <p:cNvSpPr txBox="1"/>
          <p:nvPr>
            <p:ph idx="1" type="body"/>
          </p:nvPr>
        </p:nvSpPr>
        <p:spPr>
          <a:xfrm>
            <a:off x="685800" y="3886200"/>
            <a:ext cx="10135500" cy="88890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0"/>
              </a:spcBef>
              <a:spcAft>
                <a:spcPts val="0"/>
              </a:spcAft>
              <a:buSzPts val="2400"/>
              <a:buNone/>
              <a:defRPr b="0" sz="2400" cap="none">
                <a:solidFill>
                  <a:schemeClr val="lt1"/>
                </a:solidFill>
              </a:defRPr>
            </a:lvl1pPr>
            <a:lvl2pPr indent="-342900" lvl="1" marL="914400" algn="l">
              <a:lnSpc>
                <a:spcPct val="100000"/>
              </a:lnSpc>
              <a:spcBef>
                <a:spcPts val="1000"/>
              </a:spcBef>
              <a:spcAft>
                <a:spcPts val="0"/>
              </a:spcAft>
              <a:buSzPts val="1800"/>
              <a:buChar char="•"/>
              <a:defRPr/>
            </a:lvl2pPr>
            <a:lvl3pPr indent="-342900" lvl="2" marL="1371600" algn="l">
              <a:lnSpc>
                <a:spcPct val="100000"/>
              </a:lnSpc>
              <a:spcBef>
                <a:spcPts val="1000"/>
              </a:spcBef>
              <a:spcAft>
                <a:spcPts val="0"/>
              </a:spcAft>
              <a:buSzPts val="1800"/>
              <a:buChar char="•"/>
              <a:defRPr/>
            </a:lvl3pPr>
            <a:lvl4pPr indent="-342900" lvl="3" marL="1828800" algn="l">
              <a:lnSpc>
                <a:spcPct val="100000"/>
              </a:lnSpc>
              <a:spcBef>
                <a:spcPts val="1000"/>
              </a:spcBef>
              <a:spcAft>
                <a:spcPts val="0"/>
              </a:spcAft>
              <a:buSzPts val="1800"/>
              <a:buChar char="•"/>
              <a:defRPr/>
            </a:lvl4pPr>
            <a:lvl5pPr indent="-342900" lvl="4" marL="2286000" algn="l">
              <a:lnSpc>
                <a:spcPct val="100000"/>
              </a:lnSpc>
              <a:spcBef>
                <a:spcPts val="1000"/>
              </a:spcBef>
              <a:spcAft>
                <a:spcPts val="0"/>
              </a:spcAft>
              <a:buSzPts val="1800"/>
              <a:buChar char="•"/>
              <a:defRPr/>
            </a:lvl5pPr>
            <a:lvl6pPr indent="-342900" lvl="5" marL="2743200" algn="l">
              <a:lnSpc>
                <a:spcPct val="100000"/>
              </a:lnSpc>
              <a:spcBef>
                <a:spcPts val="1000"/>
              </a:spcBef>
              <a:spcAft>
                <a:spcPts val="0"/>
              </a:spcAft>
              <a:buSzPts val="1800"/>
              <a:buChar char="•"/>
              <a:defRPr/>
            </a:lvl6pPr>
            <a:lvl7pPr indent="-342900" lvl="6" marL="3200400" algn="l">
              <a:lnSpc>
                <a:spcPct val="100000"/>
              </a:lnSpc>
              <a:spcBef>
                <a:spcPts val="1000"/>
              </a:spcBef>
              <a:spcAft>
                <a:spcPts val="0"/>
              </a:spcAft>
              <a:buSzPts val="1800"/>
              <a:buChar char="•"/>
              <a:defRPr/>
            </a:lvl7pPr>
            <a:lvl8pPr indent="-342900" lvl="7" marL="3657600" algn="l">
              <a:lnSpc>
                <a:spcPct val="100000"/>
              </a:lnSpc>
              <a:spcBef>
                <a:spcPts val="1000"/>
              </a:spcBef>
              <a:spcAft>
                <a:spcPts val="0"/>
              </a:spcAft>
              <a:buSzPts val="1800"/>
              <a:buChar char="•"/>
              <a:defRPr/>
            </a:lvl8pPr>
            <a:lvl9pPr indent="-342900" lvl="8" marL="4114800" algn="l">
              <a:lnSpc>
                <a:spcPct val="100000"/>
              </a:lnSpc>
              <a:spcBef>
                <a:spcPts val="1000"/>
              </a:spcBef>
              <a:spcAft>
                <a:spcPts val="1000"/>
              </a:spcAft>
              <a:buSzPts val="1800"/>
              <a:buChar char="•"/>
              <a:defRPr/>
            </a:lvl9pPr>
          </a:lstStyle>
          <a:p/>
        </p:txBody>
      </p:sp>
      <p:sp>
        <p:nvSpPr>
          <p:cNvPr id="120" name="Google Shape;120;p16"/>
          <p:cNvSpPr txBox="1"/>
          <p:nvPr>
            <p:ph idx="2" type="body"/>
          </p:nvPr>
        </p:nvSpPr>
        <p:spPr>
          <a:xfrm>
            <a:off x="685799" y="4775200"/>
            <a:ext cx="10135500" cy="10161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0"/>
              </a:spcBef>
              <a:spcAft>
                <a:spcPts val="0"/>
              </a:spcAft>
              <a:buSzPts val="1800"/>
              <a:buNone/>
              <a:defRPr sz="1800">
                <a:solidFill>
                  <a:schemeClr val="lt1"/>
                </a:solidFill>
              </a:defRPr>
            </a:lvl1pPr>
            <a:lvl2pPr indent="-228600" lvl="1" marL="914400" algn="l">
              <a:lnSpc>
                <a:spcPct val="100000"/>
              </a:lnSpc>
              <a:spcBef>
                <a:spcPts val="1000"/>
              </a:spcBef>
              <a:spcAft>
                <a:spcPts val="0"/>
              </a:spcAft>
              <a:buSzPts val="1800"/>
              <a:buNone/>
              <a:defRPr sz="1800">
                <a:solidFill>
                  <a:schemeClr val="lt1"/>
                </a:solidFill>
              </a:defRPr>
            </a:lvl2pPr>
            <a:lvl3pPr indent="-228600" lvl="2" marL="1371600" algn="l">
              <a:lnSpc>
                <a:spcPct val="100000"/>
              </a:lnSpc>
              <a:spcBef>
                <a:spcPts val="1000"/>
              </a:spcBef>
              <a:spcAft>
                <a:spcPts val="0"/>
              </a:spcAft>
              <a:buSzPts val="1600"/>
              <a:buNone/>
              <a:defRPr sz="1600">
                <a:solidFill>
                  <a:schemeClr val="lt1"/>
                </a:solidFill>
              </a:defRPr>
            </a:lvl3pPr>
            <a:lvl4pPr indent="-228600" lvl="3" marL="1828800" algn="l">
              <a:lnSpc>
                <a:spcPct val="100000"/>
              </a:lnSpc>
              <a:spcBef>
                <a:spcPts val="1000"/>
              </a:spcBef>
              <a:spcAft>
                <a:spcPts val="0"/>
              </a:spcAft>
              <a:buSzPts val="1400"/>
              <a:buNone/>
              <a:defRPr sz="1400">
                <a:solidFill>
                  <a:schemeClr val="lt1"/>
                </a:solidFill>
              </a:defRPr>
            </a:lvl4pPr>
            <a:lvl5pPr indent="-228600" lvl="4" marL="2286000" algn="l">
              <a:lnSpc>
                <a:spcPct val="100000"/>
              </a:lnSpc>
              <a:spcBef>
                <a:spcPts val="1000"/>
              </a:spcBef>
              <a:spcAft>
                <a:spcPts val="0"/>
              </a:spcAft>
              <a:buSzPts val="1400"/>
              <a:buNone/>
              <a:defRPr sz="1400">
                <a:solidFill>
                  <a:schemeClr val="lt1"/>
                </a:solidFill>
              </a:defRPr>
            </a:lvl5pPr>
            <a:lvl6pPr indent="-228600" lvl="5" marL="2743200" algn="l">
              <a:lnSpc>
                <a:spcPct val="100000"/>
              </a:lnSpc>
              <a:spcBef>
                <a:spcPts val="1000"/>
              </a:spcBef>
              <a:spcAft>
                <a:spcPts val="0"/>
              </a:spcAft>
              <a:buSzPts val="1400"/>
              <a:buNone/>
              <a:defRPr sz="1400">
                <a:solidFill>
                  <a:schemeClr val="lt1"/>
                </a:solidFill>
              </a:defRPr>
            </a:lvl6pPr>
            <a:lvl7pPr indent="-228600" lvl="6" marL="3200400" algn="l">
              <a:lnSpc>
                <a:spcPct val="100000"/>
              </a:lnSpc>
              <a:spcBef>
                <a:spcPts val="1000"/>
              </a:spcBef>
              <a:spcAft>
                <a:spcPts val="0"/>
              </a:spcAft>
              <a:buSzPts val="1400"/>
              <a:buNone/>
              <a:defRPr sz="1400">
                <a:solidFill>
                  <a:schemeClr val="lt1"/>
                </a:solidFill>
              </a:defRPr>
            </a:lvl7pPr>
            <a:lvl8pPr indent="-228600" lvl="7" marL="3657600" algn="l">
              <a:lnSpc>
                <a:spcPct val="100000"/>
              </a:lnSpc>
              <a:spcBef>
                <a:spcPts val="1000"/>
              </a:spcBef>
              <a:spcAft>
                <a:spcPts val="0"/>
              </a:spcAft>
              <a:buSzPts val="1400"/>
              <a:buNone/>
              <a:defRPr sz="1400">
                <a:solidFill>
                  <a:schemeClr val="lt1"/>
                </a:solidFill>
              </a:defRPr>
            </a:lvl8pPr>
            <a:lvl9pPr indent="-228600" lvl="8" marL="4114800" algn="l">
              <a:lnSpc>
                <a:spcPct val="100000"/>
              </a:lnSpc>
              <a:spcBef>
                <a:spcPts val="1000"/>
              </a:spcBef>
              <a:spcAft>
                <a:spcPts val="1000"/>
              </a:spcAft>
              <a:buSzPts val="1400"/>
              <a:buNone/>
              <a:defRPr sz="1400">
                <a:solidFill>
                  <a:schemeClr val="lt1"/>
                </a:solidFill>
              </a:defRPr>
            </a:lvl9pPr>
          </a:lstStyle>
          <a:p/>
        </p:txBody>
      </p:sp>
      <p:sp>
        <p:nvSpPr>
          <p:cNvPr id="121" name="Google Shape;121;p16"/>
          <p:cNvSpPr txBox="1"/>
          <p:nvPr>
            <p:ph idx="10" type="dt"/>
          </p:nvPr>
        </p:nvSpPr>
        <p:spPr>
          <a:xfrm>
            <a:off x="8589660" y="5870575"/>
            <a:ext cx="1600200" cy="377700"/>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2" name="Google Shape;122;p16"/>
          <p:cNvSpPr txBox="1"/>
          <p:nvPr>
            <p:ph idx="11" type="ftr"/>
          </p:nvPr>
        </p:nvSpPr>
        <p:spPr>
          <a:xfrm>
            <a:off x="685800" y="5870575"/>
            <a:ext cx="7827600" cy="3777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3" name="Google Shape;123;p16"/>
          <p:cNvSpPr txBox="1"/>
          <p:nvPr>
            <p:ph idx="12" type="sldNum"/>
          </p:nvPr>
        </p:nvSpPr>
        <p:spPr>
          <a:xfrm>
            <a:off x="10266060" y="5870575"/>
            <a:ext cx="551100" cy="3777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ue or False">
  <p:cSld name="True or False">
    <p:spTree>
      <p:nvGrpSpPr>
        <p:cNvPr id="124" name="Shape 124"/>
        <p:cNvGrpSpPr/>
        <p:nvPr/>
      </p:nvGrpSpPr>
      <p:grpSpPr>
        <a:xfrm>
          <a:off x="0" y="0"/>
          <a:ext cx="0" cy="0"/>
          <a:chOff x="0" y="0"/>
          <a:chExt cx="0" cy="0"/>
        </a:xfrm>
      </p:grpSpPr>
      <p:pic>
        <p:nvPicPr>
          <p:cNvPr descr="Celestia-R1---OverlayContentHD.png" id="125" name="Google Shape;125;p17"/>
          <p:cNvPicPr preferRelativeResize="0"/>
          <p:nvPr/>
        </p:nvPicPr>
        <p:blipFill rotWithShape="1">
          <a:blip r:embed="rId2">
            <a:alphaModFix/>
          </a:blip>
          <a:srcRect b="0" l="0" r="0" t="0"/>
          <a:stretch/>
        </p:blipFill>
        <p:spPr>
          <a:xfrm>
            <a:off x="0" y="0"/>
            <a:ext cx="12188827" cy="6856215"/>
          </a:xfrm>
          <a:prstGeom prst="rect">
            <a:avLst/>
          </a:prstGeom>
          <a:noFill/>
          <a:ln>
            <a:noFill/>
          </a:ln>
        </p:spPr>
      </p:pic>
      <p:sp>
        <p:nvSpPr>
          <p:cNvPr id="126" name="Google Shape;126;p17"/>
          <p:cNvSpPr txBox="1"/>
          <p:nvPr>
            <p:ph type="title"/>
          </p:nvPr>
        </p:nvSpPr>
        <p:spPr>
          <a:xfrm>
            <a:off x="685801" y="609601"/>
            <a:ext cx="10131300" cy="2743200"/>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chemeClr val="lt1"/>
              </a:buClr>
              <a:buSzPts val="3600"/>
              <a:buFont typeface="Calibri"/>
              <a:buNone/>
              <a:defRPr b="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7" name="Google Shape;127;p17"/>
          <p:cNvSpPr txBox="1"/>
          <p:nvPr>
            <p:ph idx="1" type="body"/>
          </p:nvPr>
        </p:nvSpPr>
        <p:spPr>
          <a:xfrm>
            <a:off x="685801" y="3505200"/>
            <a:ext cx="10131300" cy="83820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0"/>
              </a:spcBef>
              <a:spcAft>
                <a:spcPts val="0"/>
              </a:spcAft>
              <a:buSzPts val="2800"/>
              <a:buNone/>
              <a:defRPr b="0" sz="2800" cap="none">
                <a:solidFill>
                  <a:schemeClr val="lt1"/>
                </a:solidFill>
              </a:defRPr>
            </a:lvl1pPr>
            <a:lvl2pPr indent="-342900" lvl="1" marL="914400" algn="l">
              <a:lnSpc>
                <a:spcPct val="100000"/>
              </a:lnSpc>
              <a:spcBef>
                <a:spcPts val="1000"/>
              </a:spcBef>
              <a:spcAft>
                <a:spcPts val="0"/>
              </a:spcAft>
              <a:buSzPts val="1800"/>
              <a:buChar char="•"/>
              <a:defRPr/>
            </a:lvl2pPr>
            <a:lvl3pPr indent="-342900" lvl="2" marL="1371600" algn="l">
              <a:lnSpc>
                <a:spcPct val="100000"/>
              </a:lnSpc>
              <a:spcBef>
                <a:spcPts val="1000"/>
              </a:spcBef>
              <a:spcAft>
                <a:spcPts val="0"/>
              </a:spcAft>
              <a:buSzPts val="1800"/>
              <a:buChar char="•"/>
              <a:defRPr/>
            </a:lvl3pPr>
            <a:lvl4pPr indent="-342900" lvl="3" marL="1828800" algn="l">
              <a:lnSpc>
                <a:spcPct val="100000"/>
              </a:lnSpc>
              <a:spcBef>
                <a:spcPts val="1000"/>
              </a:spcBef>
              <a:spcAft>
                <a:spcPts val="0"/>
              </a:spcAft>
              <a:buSzPts val="1800"/>
              <a:buChar char="•"/>
              <a:defRPr/>
            </a:lvl4pPr>
            <a:lvl5pPr indent="-342900" lvl="4" marL="2286000" algn="l">
              <a:lnSpc>
                <a:spcPct val="100000"/>
              </a:lnSpc>
              <a:spcBef>
                <a:spcPts val="1000"/>
              </a:spcBef>
              <a:spcAft>
                <a:spcPts val="0"/>
              </a:spcAft>
              <a:buSzPts val="1800"/>
              <a:buChar char="•"/>
              <a:defRPr/>
            </a:lvl5pPr>
            <a:lvl6pPr indent="-342900" lvl="5" marL="2743200" algn="l">
              <a:lnSpc>
                <a:spcPct val="100000"/>
              </a:lnSpc>
              <a:spcBef>
                <a:spcPts val="1000"/>
              </a:spcBef>
              <a:spcAft>
                <a:spcPts val="0"/>
              </a:spcAft>
              <a:buSzPts val="1800"/>
              <a:buChar char="•"/>
              <a:defRPr/>
            </a:lvl6pPr>
            <a:lvl7pPr indent="-342900" lvl="6" marL="3200400" algn="l">
              <a:lnSpc>
                <a:spcPct val="100000"/>
              </a:lnSpc>
              <a:spcBef>
                <a:spcPts val="1000"/>
              </a:spcBef>
              <a:spcAft>
                <a:spcPts val="0"/>
              </a:spcAft>
              <a:buSzPts val="1800"/>
              <a:buChar char="•"/>
              <a:defRPr/>
            </a:lvl7pPr>
            <a:lvl8pPr indent="-342900" lvl="7" marL="3657600" algn="l">
              <a:lnSpc>
                <a:spcPct val="100000"/>
              </a:lnSpc>
              <a:spcBef>
                <a:spcPts val="1000"/>
              </a:spcBef>
              <a:spcAft>
                <a:spcPts val="0"/>
              </a:spcAft>
              <a:buSzPts val="1800"/>
              <a:buChar char="•"/>
              <a:defRPr/>
            </a:lvl8pPr>
            <a:lvl9pPr indent="-342900" lvl="8" marL="4114800" algn="l">
              <a:lnSpc>
                <a:spcPct val="100000"/>
              </a:lnSpc>
              <a:spcBef>
                <a:spcPts val="1000"/>
              </a:spcBef>
              <a:spcAft>
                <a:spcPts val="1000"/>
              </a:spcAft>
              <a:buSzPts val="1800"/>
              <a:buChar char="•"/>
              <a:defRPr/>
            </a:lvl9pPr>
          </a:lstStyle>
          <a:p/>
        </p:txBody>
      </p:sp>
      <p:sp>
        <p:nvSpPr>
          <p:cNvPr id="128" name="Google Shape;128;p17"/>
          <p:cNvSpPr txBox="1"/>
          <p:nvPr>
            <p:ph idx="2" type="body"/>
          </p:nvPr>
        </p:nvSpPr>
        <p:spPr>
          <a:xfrm>
            <a:off x="685800" y="4343400"/>
            <a:ext cx="10131300" cy="14478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0"/>
              </a:spcBef>
              <a:spcAft>
                <a:spcPts val="0"/>
              </a:spcAft>
              <a:buSzPts val="1800"/>
              <a:buNone/>
              <a:defRPr sz="1800">
                <a:solidFill>
                  <a:schemeClr val="lt1"/>
                </a:solidFill>
              </a:defRPr>
            </a:lvl1pPr>
            <a:lvl2pPr indent="-228600" lvl="1" marL="914400" algn="l">
              <a:lnSpc>
                <a:spcPct val="100000"/>
              </a:lnSpc>
              <a:spcBef>
                <a:spcPts val="1000"/>
              </a:spcBef>
              <a:spcAft>
                <a:spcPts val="0"/>
              </a:spcAft>
              <a:buSzPts val="1800"/>
              <a:buNone/>
              <a:defRPr sz="1800">
                <a:solidFill>
                  <a:schemeClr val="lt1"/>
                </a:solidFill>
              </a:defRPr>
            </a:lvl2pPr>
            <a:lvl3pPr indent="-228600" lvl="2" marL="1371600" algn="l">
              <a:lnSpc>
                <a:spcPct val="100000"/>
              </a:lnSpc>
              <a:spcBef>
                <a:spcPts val="1000"/>
              </a:spcBef>
              <a:spcAft>
                <a:spcPts val="0"/>
              </a:spcAft>
              <a:buSzPts val="1600"/>
              <a:buNone/>
              <a:defRPr sz="1600">
                <a:solidFill>
                  <a:schemeClr val="lt1"/>
                </a:solidFill>
              </a:defRPr>
            </a:lvl3pPr>
            <a:lvl4pPr indent="-228600" lvl="3" marL="1828800" algn="l">
              <a:lnSpc>
                <a:spcPct val="100000"/>
              </a:lnSpc>
              <a:spcBef>
                <a:spcPts val="1000"/>
              </a:spcBef>
              <a:spcAft>
                <a:spcPts val="0"/>
              </a:spcAft>
              <a:buSzPts val="1400"/>
              <a:buNone/>
              <a:defRPr sz="1400">
                <a:solidFill>
                  <a:schemeClr val="lt1"/>
                </a:solidFill>
              </a:defRPr>
            </a:lvl4pPr>
            <a:lvl5pPr indent="-228600" lvl="4" marL="2286000" algn="l">
              <a:lnSpc>
                <a:spcPct val="100000"/>
              </a:lnSpc>
              <a:spcBef>
                <a:spcPts val="1000"/>
              </a:spcBef>
              <a:spcAft>
                <a:spcPts val="0"/>
              </a:spcAft>
              <a:buSzPts val="1400"/>
              <a:buNone/>
              <a:defRPr sz="1400">
                <a:solidFill>
                  <a:schemeClr val="lt1"/>
                </a:solidFill>
              </a:defRPr>
            </a:lvl5pPr>
            <a:lvl6pPr indent="-228600" lvl="5" marL="2743200" algn="l">
              <a:lnSpc>
                <a:spcPct val="100000"/>
              </a:lnSpc>
              <a:spcBef>
                <a:spcPts val="1000"/>
              </a:spcBef>
              <a:spcAft>
                <a:spcPts val="0"/>
              </a:spcAft>
              <a:buSzPts val="1400"/>
              <a:buNone/>
              <a:defRPr sz="1400">
                <a:solidFill>
                  <a:schemeClr val="lt1"/>
                </a:solidFill>
              </a:defRPr>
            </a:lvl6pPr>
            <a:lvl7pPr indent="-228600" lvl="6" marL="3200400" algn="l">
              <a:lnSpc>
                <a:spcPct val="100000"/>
              </a:lnSpc>
              <a:spcBef>
                <a:spcPts val="1000"/>
              </a:spcBef>
              <a:spcAft>
                <a:spcPts val="0"/>
              </a:spcAft>
              <a:buSzPts val="1400"/>
              <a:buNone/>
              <a:defRPr sz="1400">
                <a:solidFill>
                  <a:schemeClr val="lt1"/>
                </a:solidFill>
              </a:defRPr>
            </a:lvl7pPr>
            <a:lvl8pPr indent="-228600" lvl="7" marL="3657600" algn="l">
              <a:lnSpc>
                <a:spcPct val="100000"/>
              </a:lnSpc>
              <a:spcBef>
                <a:spcPts val="1000"/>
              </a:spcBef>
              <a:spcAft>
                <a:spcPts val="0"/>
              </a:spcAft>
              <a:buSzPts val="1400"/>
              <a:buNone/>
              <a:defRPr sz="1400">
                <a:solidFill>
                  <a:schemeClr val="lt1"/>
                </a:solidFill>
              </a:defRPr>
            </a:lvl8pPr>
            <a:lvl9pPr indent="-228600" lvl="8" marL="4114800" algn="l">
              <a:lnSpc>
                <a:spcPct val="100000"/>
              </a:lnSpc>
              <a:spcBef>
                <a:spcPts val="1000"/>
              </a:spcBef>
              <a:spcAft>
                <a:spcPts val="1000"/>
              </a:spcAft>
              <a:buSzPts val="1400"/>
              <a:buNone/>
              <a:defRPr sz="1400">
                <a:solidFill>
                  <a:schemeClr val="lt1"/>
                </a:solidFill>
              </a:defRPr>
            </a:lvl9pPr>
          </a:lstStyle>
          <a:p/>
        </p:txBody>
      </p:sp>
      <p:sp>
        <p:nvSpPr>
          <p:cNvPr id="129" name="Google Shape;129;p17"/>
          <p:cNvSpPr txBox="1"/>
          <p:nvPr>
            <p:ph idx="10" type="dt"/>
          </p:nvPr>
        </p:nvSpPr>
        <p:spPr>
          <a:xfrm>
            <a:off x="8589660" y="5870575"/>
            <a:ext cx="1600200" cy="377700"/>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0" name="Google Shape;130;p17"/>
          <p:cNvSpPr txBox="1"/>
          <p:nvPr>
            <p:ph idx="11" type="ftr"/>
          </p:nvPr>
        </p:nvSpPr>
        <p:spPr>
          <a:xfrm>
            <a:off x="685800" y="5870575"/>
            <a:ext cx="7827600" cy="3777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1" name="Google Shape;131;p17"/>
          <p:cNvSpPr txBox="1"/>
          <p:nvPr>
            <p:ph idx="12" type="sldNum"/>
          </p:nvPr>
        </p:nvSpPr>
        <p:spPr>
          <a:xfrm>
            <a:off x="10266060" y="5870575"/>
            <a:ext cx="551100" cy="3777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32" name="Shape 132"/>
        <p:cNvGrpSpPr/>
        <p:nvPr/>
      </p:nvGrpSpPr>
      <p:grpSpPr>
        <a:xfrm>
          <a:off x="0" y="0"/>
          <a:ext cx="0" cy="0"/>
          <a:chOff x="0" y="0"/>
          <a:chExt cx="0" cy="0"/>
        </a:xfrm>
      </p:grpSpPr>
      <p:pic>
        <p:nvPicPr>
          <p:cNvPr descr="Celestia-R1---OverlayContentHD.png" id="133" name="Google Shape;133;p18"/>
          <p:cNvPicPr preferRelativeResize="0"/>
          <p:nvPr/>
        </p:nvPicPr>
        <p:blipFill rotWithShape="1">
          <a:blip r:embed="rId2">
            <a:alphaModFix/>
          </a:blip>
          <a:srcRect b="0" l="0" r="0" t="0"/>
          <a:stretch/>
        </p:blipFill>
        <p:spPr>
          <a:xfrm>
            <a:off x="0" y="0"/>
            <a:ext cx="12188827" cy="6856215"/>
          </a:xfrm>
          <a:prstGeom prst="rect">
            <a:avLst/>
          </a:prstGeom>
          <a:noFill/>
          <a:ln>
            <a:noFill/>
          </a:ln>
        </p:spPr>
      </p:pic>
      <p:sp>
        <p:nvSpPr>
          <p:cNvPr id="134" name="Google Shape;134;p18"/>
          <p:cNvSpPr txBox="1"/>
          <p:nvPr>
            <p:ph idx="1" type="body"/>
          </p:nvPr>
        </p:nvSpPr>
        <p:spPr>
          <a:xfrm rot="5400000">
            <a:off x="3926976" y="-1098983"/>
            <a:ext cx="3649200" cy="101313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0"/>
              </a:spcBef>
              <a:spcAft>
                <a:spcPts val="0"/>
              </a:spcAft>
              <a:buSzPts val="1800"/>
              <a:buChar char="•"/>
              <a:defRPr/>
            </a:lvl1pPr>
            <a:lvl2pPr indent="-342900" lvl="1" marL="914400" algn="l">
              <a:lnSpc>
                <a:spcPct val="100000"/>
              </a:lnSpc>
              <a:spcBef>
                <a:spcPts val="1000"/>
              </a:spcBef>
              <a:spcAft>
                <a:spcPts val="0"/>
              </a:spcAft>
              <a:buSzPts val="1800"/>
              <a:buChar char="•"/>
              <a:defRPr/>
            </a:lvl2pPr>
            <a:lvl3pPr indent="-342900" lvl="2" marL="1371600" algn="l">
              <a:lnSpc>
                <a:spcPct val="100000"/>
              </a:lnSpc>
              <a:spcBef>
                <a:spcPts val="1000"/>
              </a:spcBef>
              <a:spcAft>
                <a:spcPts val="0"/>
              </a:spcAft>
              <a:buSzPts val="1800"/>
              <a:buChar char="•"/>
              <a:defRPr/>
            </a:lvl3pPr>
            <a:lvl4pPr indent="-342900" lvl="3" marL="1828800" algn="l">
              <a:lnSpc>
                <a:spcPct val="100000"/>
              </a:lnSpc>
              <a:spcBef>
                <a:spcPts val="1000"/>
              </a:spcBef>
              <a:spcAft>
                <a:spcPts val="0"/>
              </a:spcAft>
              <a:buSzPts val="1800"/>
              <a:buChar char="•"/>
              <a:defRPr/>
            </a:lvl4pPr>
            <a:lvl5pPr indent="-342900" lvl="4" marL="2286000" algn="l">
              <a:lnSpc>
                <a:spcPct val="100000"/>
              </a:lnSpc>
              <a:spcBef>
                <a:spcPts val="1000"/>
              </a:spcBef>
              <a:spcAft>
                <a:spcPts val="0"/>
              </a:spcAft>
              <a:buSzPts val="1800"/>
              <a:buChar char="•"/>
              <a:defRPr/>
            </a:lvl5pPr>
            <a:lvl6pPr indent="-342900" lvl="5" marL="2743200" algn="l">
              <a:lnSpc>
                <a:spcPct val="100000"/>
              </a:lnSpc>
              <a:spcBef>
                <a:spcPts val="1000"/>
              </a:spcBef>
              <a:spcAft>
                <a:spcPts val="0"/>
              </a:spcAft>
              <a:buSzPts val="1800"/>
              <a:buChar char="•"/>
              <a:defRPr/>
            </a:lvl6pPr>
            <a:lvl7pPr indent="-342900" lvl="6" marL="3200400" algn="l">
              <a:lnSpc>
                <a:spcPct val="100000"/>
              </a:lnSpc>
              <a:spcBef>
                <a:spcPts val="1000"/>
              </a:spcBef>
              <a:spcAft>
                <a:spcPts val="0"/>
              </a:spcAft>
              <a:buSzPts val="1800"/>
              <a:buChar char="•"/>
              <a:defRPr/>
            </a:lvl7pPr>
            <a:lvl8pPr indent="-342900" lvl="7" marL="3657600" algn="l">
              <a:lnSpc>
                <a:spcPct val="100000"/>
              </a:lnSpc>
              <a:spcBef>
                <a:spcPts val="1000"/>
              </a:spcBef>
              <a:spcAft>
                <a:spcPts val="0"/>
              </a:spcAft>
              <a:buSzPts val="1800"/>
              <a:buChar char="•"/>
              <a:defRPr/>
            </a:lvl8pPr>
            <a:lvl9pPr indent="-342900" lvl="8" marL="4114800" algn="l">
              <a:lnSpc>
                <a:spcPct val="100000"/>
              </a:lnSpc>
              <a:spcBef>
                <a:spcPts val="1000"/>
              </a:spcBef>
              <a:spcAft>
                <a:spcPts val="1000"/>
              </a:spcAft>
              <a:buSzPts val="1800"/>
              <a:buChar char="•"/>
              <a:defRPr/>
            </a:lvl9pPr>
          </a:lstStyle>
          <a:p/>
        </p:txBody>
      </p:sp>
      <p:sp>
        <p:nvSpPr>
          <p:cNvPr id="135" name="Google Shape;135;p18"/>
          <p:cNvSpPr txBox="1"/>
          <p:nvPr>
            <p:ph idx="10" type="dt"/>
          </p:nvPr>
        </p:nvSpPr>
        <p:spPr>
          <a:xfrm>
            <a:off x="8589660" y="5870575"/>
            <a:ext cx="1600200" cy="377700"/>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6" name="Google Shape;136;p18"/>
          <p:cNvSpPr txBox="1"/>
          <p:nvPr>
            <p:ph idx="11" type="ftr"/>
          </p:nvPr>
        </p:nvSpPr>
        <p:spPr>
          <a:xfrm>
            <a:off x="685800" y="5870575"/>
            <a:ext cx="7827600" cy="3777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7" name="Google Shape;137;p18"/>
          <p:cNvSpPr txBox="1"/>
          <p:nvPr>
            <p:ph idx="12" type="sldNum"/>
          </p:nvPr>
        </p:nvSpPr>
        <p:spPr>
          <a:xfrm>
            <a:off x="10266060" y="5870575"/>
            <a:ext cx="551100" cy="3777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138" name="Google Shape;138;p18"/>
          <p:cNvSpPr txBox="1"/>
          <p:nvPr>
            <p:ph type="title"/>
          </p:nvPr>
        </p:nvSpPr>
        <p:spPr>
          <a:xfrm>
            <a:off x="685801" y="609600"/>
            <a:ext cx="10131300" cy="1456200"/>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39" name="Shape 139"/>
        <p:cNvGrpSpPr/>
        <p:nvPr/>
      </p:nvGrpSpPr>
      <p:grpSpPr>
        <a:xfrm>
          <a:off x="0" y="0"/>
          <a:ext cx="0" cy="0"/>
          <a:chOff x="0" y="0"/>
          <a:chExt cx="0" cy="0"/>
        </a:xfrm>
      </p:grpSpPr>
      <p:pic>
        <p:nvPicPr>
          <p:cNvPr descr="Celestia-R1---OverlayContentHD.png" id="140" name="Google Shape;140;p19"/>
          <p:cNvPicPr preferRelativeResize="0"/>
          <p:nvPr/>
        </p:nvPicPr>
        <p:blipFill rotWithShape="1">
          <a:blip r:embed="rId2">
            <a:alphaModFix/>
          </a:blip>
          <a:srcRect b="0" l="0" r="0" t="0"/>
          <a:stretch/>
        </p:blipFill>
        <p:spPr>
          <a:xfrm>
            <a:off x="0" y="0"/>
            <a:ext cx="12188827" cy="6856215"/>
          </a:xfrm>
          <a:prstGeom prst="rect">
            <a:avLst/>
          </a:prstGeom>
          <a:noFill/>
          <a:ln>
            <a:noFill/>
          </a:ln>
        </p:spPr>
      </p:pic>
      <p:sp>
        <p:nvSpPr>
          <p:cNvPr id="141" name="Google Shape;141;p19"/>
          <p:cNvSpPr txBox="1"/>
          <p:nvPr>
            <p:ph type="title"/>
          </p:nvPr>
        </p:nvSpPr>
        <p:spPr>
          <a:xfrm rot="5400000">
            <a:off x="7147177" y="2121149"/>
            <a:ext cx="5181600" cy="2158500"/>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2" name="Google Shape;142;p19"/>
          <p:cNvSpPr txBox="1"/>
          <p:nvPr>
            <p:ph idx="1" type="body"/>
          </p:nvPr>
        </p:nvSpPr>
        <p:spPr>
          <a:xfrm rot="5400000">
            <a:off x="2011066" y="-715650"/>
            <a:ext cx="5181600" cy="78321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0"/>
              </a:spcBef>
              <a:spcAft>
                <a:spcPts val="0"/>
              </a:spcAft>
              <a:buSzPts val="1800"/>
              <a:buChar char="•"/>
              <a:defRPr/>
            </a:lvl1pPr>
            <a:lvl2pPr indent="-342900" lvl="1" marL="914400" algn="l">
              <a:lnSpc>
                <a:spcPct val="100000"/>
              </a:lnSpc>
              <a:spcBef>
                <a:spcPts val="1000"/>
              </a:spcBef>
              <a:spcAft>
                <a:spcPts val="0"/>
              </a:spcAft>
              <a:buSzPts val="1800"/>
              <a:buChar char="•"/>
              <a:defRPr/>
            </a:lvl2pPr>
            <a:lvl3pPr indent="-342900" lvl="2" marL="1371600" algn="l">
              <a:lnSpc>
                <a:spcPct val="100000"/>
              </a:lnSpc>
              <a:spcBef>
                <a:spcPts val="1000"/>
              </a:spcBef>
              <a:spcAft>
                <a:spcPts val="0"/>
              </a:spcAft>
              <a:buSzPts val="1800"/>
              <a:buChar char="•"/>
              <a:defRPr/>
            </a:lvl3pPr>
            <a:lvl4pPr indent="-342900" lvl="3" marL="1828800" algn="l">
              <a:lnSpc>
                <a:spcPct val="100000"/>
              </a:lnSpc>
              <a:spcBef>
                <a:spcPts val="1000"/>
              </a:spcBef>
              <a:spcAft>
                <a:spcPts val="0"/>
              </a:spcAft>
              <a:buSzPts val="1800"/>
              <a:buChar char="•"/>
              <a:defRPr/>
            </a:lvl4pPr>
            <a:lvl5pPr indent="-342900" lvl="4" marL="2286000" algn="l">
              <a:lnSpc>
                <a:spcPct val="100000"/>
              </a:lnSpc>
              <a:spcBef>
                <a:spcPts val="1000"/>
              </a:spcBef>
              <a:spcAft>
                <a:spcPts val="0"/>
              </a:spcAft>
              <a:buSzPts val="1800"/>
              <a:buChar char="•"/>
              <a:defRPr/>
            </a:lvl5pPr>
            <a:lvl6pPr indent="-342900" lvl="5" marL="2743200" algn="l">
              <a:lnSpc>
                <a:spcPct val="100000"/>
              </a:lnSpc>
              <a:spcBef>
                <a:spcPts val="1000"/>
              </a:spcBef>
              <a:spcAft>
                <a:spcPts val="0"/>
              </a:spcAft>
              <a:buSzPts val="1800"/>
              <a:buChar char="•"/>
              <a:defRPr/>
            </a:lvl6pPr>
            <a:lvl7pPr indent="-342900" lvl="6" marL="3200400" algn="l">
              <a:lnSpc>
                <a:spcPct val="100000"/>
              </a:lnSpc>
              <a:spcBef>
                <a:spcPts val="1000"/>
              </a:spcBef>
              <a:spcAft>
                <a:spcPts val="0"/>
              </a:spcAft>
              <a:buSzPts val="1800"/>
              <a:buChar char="•"/>
              <a:defRPr/>
            </a:lvl7pPr>
            <a:lvl8pPr indent="-342900" lvl="7" marL="3657600" algn="l">
              <a:lnSpc>
                <a:spcPct val="100000"/>
              </a:lnSpc>
              <a:spcBef>
                <a:spcPts val="1000"/>
              </a:spcBef>
              <a:spcAft>
                <a:spcPts val="0"/>
              </a:spcAft>
              <a:buSzPts val="1800"/>
              <a:buChar char="•"/>
              <a:defRPr/>
            </a:lvl8pPr>
            <a:lvl9pPr indent="-342900" lvl="8" marL="4114800" algn="l">
              <a:lnSpc>
                <a:spcPct val="100000"/>
              </a:lnSpc>
              <a:spcBef>
                <a:spcPts val="1000"/>
              </a:spcBef>
              <a:spcAft>
                <a:spcPts val="1000"/>
              </a:spcAft>
              <a:buSzPts val="1800"/>
              <a:buChar char="•"/>
              <a:defRPr/>
            </a:lvl9pPr>
          </a:lstStyle>
          <a:p/>
        </p:txBody>
      </p:sp>
      <p:sp>
        <p:nvSpPr>
          <p:cNvPr id="143" name="Google Shape;143;p19"/>
          <p:cNvSpPr txBox="1"/>
          <p:nvPr>
            <p:ph idx="10" type="dt"/>
          </p:nvPr>
        </p:nvSpPr>
        <p:spPr>
          <a:xfrm>
            <a:off x="8589660" y="5870575"/>
            <a:ext cx="1600200" cy="377700"/>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4" name="Google Shape;144;p19"/>
          <p:cNvSpPr txBox="1"/>
          <p:nvPr>
            <p:ph idx="11" type="ftr"/>
          </p:nvPr>
        </p:nvSpPr>
        <p:spPr>
          <a:xfrm>
            <a:off x="685800" y="5870575"/>
            <a:ext cx="7827600" cy="3777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5" name="Google Shape;145;p19"/>
          <p:cNvSpPr txBox="1"/>
          <p:nvPr>
            <p:ph idx="12" type="sldNum"/>
          </p:nvPr>
        </p:nvSpPr>
        <p:spPr>
          <a:xfrm>
            <a:off x="10266060" y="5870575"/>
            <a:ext cx="551100" cy="3777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ingle Point Quote">
  <p:cSld name="Single Point Quote">
    <p:spTree>
      <p:nvGrpSpPr>
        <p:cNvPr id="146" name="Shape 146"/>
        <p:cNvGrpSpPr/>
        <p:nvPr/>
      </p:nvGrpSpPr>
      <p:grpSpPr>
        <a:xfrm>
          <a:off x="0" y="0"/>
          <a:ext cx="0" cy="0"/>
          <a:chOff x="0" y="0"/>
          <a:chExt cx="0" cy="0"/>
        </a:xfrm>
      </p:grpSpPr>
      <p:sp>
        <p:nvSpPr>
          <p:cNvPr id="147" name="Google Shape;147;p20"/>
          <p:cNvSpPr txBox="1"/>
          <p:nvPr>
            <p:ph idx="10" type="dt"/>
          </p:nvPr>
        </p:nvSpPr>
        <p:spPr>
          <a:xfrm>
            <a:off x="0" y="6487451"/>
            <a:ext cx="13716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8" name="Google Shape;148;p20"/>
          <p:cNvSpPr txBox="1"/>
          <p:nvPr>
            <p:ph idx="11" type="ftr"/>
          </p:nvPr>
        </p:nvSpPr>
        <p:spPr>
          <a:xfrm>
            <a:off x="1371602" y="6478517"/>
            <a:ext cx="9448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9" name="Google Shape;149;p20"/>
          <p:cNvSpPr txBox="1"/>
          <p:nvPr>
            <p:ph idx="12" type="sldNum"/>
          </p:nvPr>
        </p:nvSpPr>
        <p:spPr>
          <a:xfrm>
            <a:off x="10820401" y="6492879"/>
            <a:ext cx="13716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150" name="Google Shape;150;p20"/>
          <p:cNvSpPr txBox="1"/>
          <p:nvPr>
            <p:ph type="title"/>
          </p:nvPr>
        </p:nvSpPr>
        <p:spPr>
          <a:xfrm>
            <a:off x="2" y="4"/>
            <a:ext cx="12192000" cy="623700"/>
          </a:xfrm>
          <a:prstGeom prst="rect">
            <a:avLst/>
          </a:prstGeom>
          <a:noFill/>
          <a:ln>
            <a:noFill/>
          </a:ln>
        </p:spPr>
        <p:txBody>
          <a:bodyPr anchorCtr="0" anchor="ctr" bIns="45700" lIns="91425" spcFirstLastPara="1" rIns="91425" wrap="square" tIns="45700">
            <a:noAutofit/>
          </a:bodyPr>
          <a:lstStyle>
            <a:lvl1pPr lvl="0" algn="r">
              <a:lnSpc>
                <a:spcPct val="90000"/>
              </a:lnSpc>
              <a:spcBef>
                <a:spcPts val="0"/>
              </a:spcBef>
              <a:spcAft>
                <a:spcPts val="0"/>
              </a:spcAft>
              <a:buClr>
                <a:srgbClr val="92D050"/>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1" name="Google Shape;151;p20"/>
          <p:cNvSpPr txBox="1"/>
          <p:nvPr>
            <p:ph idx="1" type="body"/>
          </p:nvPr>
        </p:nvSpPr>
        <p:spPr>
          <a:xfrm>
            <a:off x="503339" y="881063"/>
            <a:ext cx="11291700" cy="5218200"/>
          </a:xfrm>
          <a:prstGeom prst="rect">
            <a:avLst/>
          </a:prstGeom>
          <a:noFill/>
          <a:ln>
            <a:noFill/>
          </a:ln>
        </p:spPr>
        <p:txBody>
          <a:bodyPr anchorCtr="0" anchor="ctr" bIns="45700" lIns="91425" spcFirstLastPara="1" rIns="91425" wrap="square" tIns="45700">
            <a:normAutofit/>
          </a:bodyPr>
          <a:lstStyle>
            <a:lvl1pPr indent="-228600" lvl="0" marL="457200" algn="ctr">
              <a:lnSpc>
                <a:spcPct val="125000"/>
              </a:lnSpc>
              <a:spcBef>
                <a:spcPts val="563"/>
              </a:spcBef>
              <a:spcAft>
                <a:spcPts val="0"/>
              </a:spcAft>
              <a:buClr>
                <a:schemeClr val="dk1"/>
              </a:buClr>
              <a:buSzPts val="3600"/>
              <a:buNone/>
              <a:defRPr sz="3600"/>
            </a:lvl1pPr>
            <a:lvl2pPr indent="-342900" lvl="1" marL="914400" algn="l">
              <a:lnSpc>
                <a:spcPct val="125000"/>
              </a:lnSpc>
              <a:spcBef>
                <a:spcPts val="1000"/>
              </a:spcBef>
              <a:spcAft>
                <a:spcPts val="0"/>
              </a:spcAft>
              <a:buClr>
                <a:schemeClr val="dk1"/>
              </a:buClr>
              <a:buSzPts val="1800"/>
              <a:buChar char="•"/>
              <a:defRPr/>
            </a:lvl2pPr>
            <a:lvl3pPr indent="-342900" lvl="2" marL="1371600" algn="l">
              <a:lnSpc>
                <a:spcPct val="125000"/>
              </a:lnSpc>
              <a:spcBef>
                <a:spcPts val="1000"/>
              </a:spcBef>
              <a:spcAft>
                <a:spcPts val="0"/>
              </a:spcAft>
              <a:buClr>
                <a:schemeClr val="dk1"/>
              </a:buClr>
              <a:buSzPts val="1800"/>
              <a:buChar char="•"/>
              <a:defRPr/>
            </a:lvl3pPr>
            <a:lvl4pPr indent="-342900" lvl="3" marL="1828800" algn="l">
              <a:lnSpc>
                <a:spcPct val="125000"/>
              </a:lnSpc>
              <a:spcBef>
                <a:spcPts val="1000"/>
              </a:spcBef>
              <a:spcAft>
                <a:spcPts val="0"/>
              </a:spcAft>
              <a:buClr>
                <a:schemeClr val="dk1"/>
              </a:buClr>
              <a:buSzPts val="1800"/>
              <a:buChar char="•"/>
              <a:defRPr/>
            </a:lvl4pPr>
            <a:lvl5pPr indent="-342900" lvl="4" marL="2286000" algn="l">
              <a:lnSpc>
                <a:spcPct val="125000"/>
              </a:lnSpc>
              <a:spcBef>
                <a:spcPts val="1000"/>
              </a:spcBef>
              <a:spcAft>
                <a:spcPts val="0"/>
              </a:spcAft>
              <a:buClr>
                <a:schemeClr val="dk1"/>
              </a:buClr>
              <a:buSzPts val="1800"/>
              <a:buChar char="•"/>
              <a:defRPr/>
            </a:lvl5pPr>
            <a:lvl6pPr indent="-342900" lvl="5" marL="2743200" algn="l">
              <a:lnSpc>
                <a:spcPct val="90000"/>
              </a:lnSpc>
              <a:spcBef>
                <a:spcPts val="1000"/>
              </a:spcBef>
              <a:spcAft>
                <a:spcPts val="0"/>
              </a:spcAft>
              <a:buClr>
                <a:schemeClr val="dk1"/>
              </a:buClr>
              <a:buSzPts val="1800"/>
              <a:buChar char="•"/>
              <a:defRPr/>
            </a:lvl6pPr>
            <a:lvl7pPr indent="-342900" lvl="6" marL="3200400" algn="l">
              <a:lnSpc>
                <a:spcPct val="90000"/>
              </a:lnSpc>
              <a:spcBef>
                <a:spcPts val="1000"/>
              </a:spcBef>
              <a:spcAft>
                <a:spcPts val="0"/>
              </a:spcAft>
              <a:buClr>
                <a:schemeClr val="dk1"/>
              </a:buClr>
              <a:buSzPts val="1800"/>
              <a:buChar char="•"/>
              <a:defRPr/>
            </a:lvl7pPr>
            <a:lvl8pPr indent="-342900" lvl="7" marL="3657600" algn="l">
              <a:lnSpc>
                <a:spcPct val="90000"/>
              </a:lnSpc>
              <a:spcBef>
                <a:spcPts val="1000"/>
              </a:spcBef>
              <a:spcAft>
                <a:spcPts val="0"/>
              </a:spcAft>
              <a:buClr>
                <a:schemeClr val="dk1"/>
              </a:buClr>
              <a:buSzPts val="1800"/>
              <a:buChar char="•"/>
              <a:defRPr/>
            </a:lvl8pPr>
            <a:lvl9pPr indent="-342900" lvl="8" marL="4114800" algn="l">
              <a:lnSpc>
                <a:spcPct val="90000"/>
              </a:lnSpc>
              <a:spcBef>
                <a:spcPts val="1000"/>
              </a:spcBef>
              <a:spcAft>
                <a:spcPts val="1000"/>
              </a:spcAft>
              <a:buClr>
                <a:schemeClr val="dk1"/>
              </a:buClr>
              <a:buSzPts val="1800"/>
              <a:buChar char="•"/>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theme" Target="../theme/theme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19" Type="http://schemas.openxmlformats.org/officeDocument/2006/relationships/slideLayout" Target="../slideLayouts/slideLayout19.xml"/><Relationship Id="rId6" Type="http://schemas.openxmlformats.org/officeDocument/2006/relationships/slideLayout" Target="../slideLayouts/slideLayout6.xml"/><Relationship Id="rId18" Type="http://schemas.openxmlformats.org/officeDocument/2006/relationships/slideLayout" Target="../slideLayouts/slideLayout18.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34F5C"/>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685801" y="609600"/>
            <a:ext cx="10131300" cy="1456200"/>
          </a:xfrm>
          <a:prstGeom prst="rect">
            <a:avLst/>
          </a:prstGeom>
          <a:noFill/>
          <a:ln>
            <a:noFill/>
          </a:ln>
        </p:spPr>
        <p:txBody>
          <a:bodyPr anchorCtr="0" anchor="ctr" bIns="45700" lIns="91425" spcFirstLastPara="1" rIns="91425" wrap="square" tIns="45700">
            <a:normAutofit/>
          </a:bodyPr>
          <a:lstStyle>
            <a:lvl1pPr lvl="0" marR="0" rtl="0" algn="l">
              <a:lnSpc>
                <a:spcPct val="100000"/>
              </a:lnSpc>
              <a:spcBef>
                <a:spcPts val="0"/>
              </a:spcBef>
              <a:spcAft>
                <a:spcPts val="0"/>
              </a:spcAft>
              <a:buClr>
                <a:schemeClr val="lt1"/>
              </a:buClr>
              <a:buSzPts val="3600"/>
              <a:buFont typeface="Calibri"/>
              <a:buNone/>
              <a:defRPr b="0" i="0" sz="3600" u="none" cap="none" strike="noStrike">
                <a:solidFill>
                  <a:schemeClr val="lt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lt2"/>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lt2"/>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lt2"/>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lt2"/>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lt2"/>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lt2"/>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lt2"/>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lt2"/>
                </a:solidFill>
                <a:latin typeface="Arial"/>
                <a:ea typeface="Arial"/>
                <a:cs typeface="Arial"/>
                <a:sym typeface="Arial"/>
              </a:defRPr>
            </a:lvl9pPr>
          </a:lstStyle>
          <a:p/>
        </p:txBody>
      </p:sp>
      <p:sp>
        <p:nvSpPr>
          <p:cNvPr id="7" name="Google Shape;7;p1"/>
          <p:cNvSpPr txBox="1"/>
          <p:nvPr>
            <p:ph idx="1" type="body"/>
          </p:nvPr>
        </p:nvSpPr>
        <p:spPr>
          <a:xfrm>
            <a:off x="685801" y="2142067"/>
            <a:ext cx="10131300" cy="3649200"/>
          </a:xfrm>
          <a:prstGeom prst="rect">
            <a:avLst/>
          </a:prstGeom>
          <a:noFill/>
          <a:ln>
            <a:noFill/>
          </a:ln>
        </p:spPr>
        <p:txBody>
          <a:bodyPr anchorCtr="0" anchor="ctr" bIns="45700" lIns="91425" spcFirstLastPara="1" rIns="91425" wrap="square" tIns="45700">
            <a:normAutofit/>
          </a:bodyPr>
          <a:lstStyle>
            <a:lvl1pPr indent="-342900" lvl="0" marL="457200" marR="0" rtl="0" algn="l">
              <a:lnSpc>
                <a:spcPct val="100000"/>
              </a:lnSpc>
              <a:spcBef>
                <a:spcPts val="0"/>
              </a:spcBef>
              <a:spcAft>
                <a:spcPts val="0"/>
              </a:spcAft>
              <a:buClr>
                <a:schemeClr val="lt1"/>
              </a:buClr>
              <a:buSzPts val="1800"/>
              <a:buFont typeface="Arial"/>
              <a:buChar char="•"/>
              <a:defRPr b="0" i="0" sz="1800" u="none" cap="none" strike="noStrike">
                <a:solidFill>
                  <a:schemeClr val="lt1"/>
                </a:solidFill>
                <a:latin typeface="Calibri"/>
                <a:ea typeface="Calibri"/>
                <a:cs typeface="Calibri"/>
                <a:sym typeface="Calibri"/>
              </a:defRPr>
            </a:lvl1pPr>
            <a:lvl2pPr indent="-330200" lvl="1" marL="914400" marR="0" rtl="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Calibri"/>
                <a:ea typeface="Calibri"/>
                <a:cs typeface="Calibri"/>
                <a:sym typeface="Calibri"/>
              </a:defRPr>
            </a:lvl2pPr>
            <a:lvl3pPr indent="-317500" lvl="2" marL="1371600" marR="0" rtl="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Calibri"/>
                <a:ea typeface="Calibri"/>
                <a:cs typeface="Calibri"/>
                <a:sym typeface="Calibri"/>
              </a:defRPr>
            </a:lvl3pPr>
            <a:lvl4pPr indent="-304800" lvl="3" marL="18288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Calibri"/>
                <a:ea typeface="Calibri"/>
                <a:cs typeface="Calibri"/>
                <a:sym typeface="Calibri"/>
              </a:defRPr>
            </a:lvl4pPr>
            <a:lvl5pPr indent="-304800" lvl="4" marL="22860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Calibri"/>
                <a:ea typeface="Calibri"/>
                <a:cs typeface="Calibri"/>
                <a:sym typeface="Calibri"/>
              </a:defRPr>
            </a:lvl5pPr>
            <a:lvl6pPr indent="-304800" lvl="5" marL="27432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Calibri"/>
                <a:ea typeface="Calibri"/>
                <a:cs typeface="Calibri"/>
                <a:sym typeface="Calibri"/>
              </a:defRPr>
            </a:lvl6pPr>
            <a:lvl7pPr indent="-304800" lvl="6" marL="32004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Calibri"/>
                <a:ea typeface="Calibri"/>
                <a:cs typeface="Calibri"/>
                <a:sym typeface="Calibri"/>
              </a:defRPr>
            </a:lvl7pPr>
            <a:lvl8pPr indent="-304800" lvl="7" marL="36576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Calibri"/>
                <a:ea typeface="Calibri"/>
                <a:cs typeface="Calibri"/>
                <a:sym typeface="Calibri"/>
              </a:defRPr>
            </a:lvl8pPr>
            <a:lvl9pPr indent="-304800" lvl="8" marL="4114800" marR="0" rtl="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Calibri"/>
                <a:ea typeface="Calibri"/>
                <a:cs typeface="Calibri"/>
                <a:sym typeface="Calibri"/>
              </a:defRPr>
            </a:lvl9pPr>
          </a:lstStyle>
          <a:p/>
        </p:txBody>
      </p:sp>
      <p:sp>
        <p:nvSpPr>
          <p:cNvPr id="8" name="Google Shape;8;p1"/>
          <p:cNvSpPr txBox="1"/>
          <p:nvPr>
            <p:ph idx="10" type="dt"/>
          </p:nvPr>
        </p:nvSpPr>
        <p:spPr>
          <a:xfrm>
            <a:off x="8589660" y="5870575"/>
            <a:ext cx="1600200" cy="377700"/>
          </a:xfrm>
          <a:prstGeom prst="rect">
            <a:avLst/>
          </a:prstGeom>
          <a:noFill/>
          <a:ln>
            <a:noFill/>
          </a:ln>
        </p:spPr>
        <p:txBody>
          <a:bodyPr anchorCtr="0" anchor="ctr"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000" u="none" cap="none" strike="noStrike">
                <a:solidFill>
                  <a:schemeClr val="lt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alibri"/>
                <a:ea typeface="Calibri"/>
                <a:cs typeface="Calibri"/>
                <a:sym typeface="Calibri"/>
              </a:defRPr>
            </a:lvl9pPr>
          </a:lstStyle>
          <a:p/>
        </p:txBody>
      </p:sp>
      <p:sp>
        <p:nvSpPr>
          <p:cNvPr id="9" name="Google Shape;9;p1"/>
          <p:cNvSpPr txBox="1"/>
          <p:nvPr>
            <p:ph idx="11" type="ftr"/>
          </p:nvPr>
        </p:nvSpPr>
        <p:spPr>
          <a:xfrm>
            <a:off x="685800" y="5870575"/>
            <a:ext cx="7827600" cy="3777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000" u="none" cap="none" strike="noStrike">
                <a:solidFill>
                  <a:schemeClr val="lt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alibri"/>
                <a:ea typeface="Calibri"/>
                <a:cs typeface="Calibri"/>
                <a:sym typeface="Calibri"/>
              </a:defRPr>
            </a:lvl9pPr>
          </a:lstStyle>
          <a:p/>
        </p:txBody>
      </p:sp>
      <p:sp>
        <p:nvSpPr>
          <p:cNvPr id="10" name="Google Shape;10;p1"/>
          <p:cNvSpPr txBox="1"/>
          <p:nvPr>
            <p:ph idx="12" type="sldNum"/>
          </p:nvPr>
        </p:nvSpPr>
        <p:spPr>
          <a:xfrm>
            <a:off x="10266060" y="5870575"/>
            <a:ext cx="551100" cy="3777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2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3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9.gif"/></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6.gif"/></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 Id="rId3" Type="http://schemas.openxmlformats.org/officeDocument/2006/relationships/image" Target="../media/image35.png"/><Relationship Id="rId4" Type="http://schemas.openxmlformats.org/officeDocument/2006/relationships/image" Target="../media/image12.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17.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2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18.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15.png"/><Relationship Id="rId4" Type="http://schemas.openxmlformats.org/officeDocument/2006/relationships/image" Target="../media/image14.gif"/><Relationship Id="rId5" Type="http://schemas.openxmlformats.org/officeDocument/2006/relationships/image" Target="../media/image25.gif"/><Relationship Id="rId6" Type="http://schemas.openxmlformats.org/officeDocument/2006/relationships/image" Target="../media/image19.gif"/></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20.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23.gif"/><Relationship Id="rId4" Type="http://schemas.openxmlformats.org/officeDocument/2006/relationships/image" Target="../media/image22.gif"/></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28.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30.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34.gif"/></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 Id="rId3" Type="http://schemas.openxmlformats.org/officeDocument/2006/relationships/image" Target="../media/image24.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 Id="rId3" Type="http://schemas.openxmlformats.org/officeDocument/2006/relationships/image" Target="../media/image37.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 Id="rId3" Type="http://schemas.openxmlformats.org/officeDocument/2006/relationships/image" Target="../media/image36.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 Id="rId3" Type="http://schemas.openxmlformats.org/officeDocument/2006/relationships/image" Target="../media/image32.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8.xml"/><Relationship Id="rId3" Type="http://schemas.openxmlformats.org/officeDocument/2006/relationships/image" Target="../media/image29.gif"/></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1.xml"/><Relationship Id="rId3" Type="http://schemas.openxmlformats.org/officeDocument/2006/relationships/image" Target="../media/image26.png"/><Relationship Id="rId4" Type="http://schemas.openxmlformats.org/officeDocument/2006/relationships/image" Target="../media/image33.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21"/>
          <p:cNvSpPr txBox="1"/>
          <p:nvPr>
            <p:ph type="ctrTitle"/>
          </p:nvPr>
        </p:nvSpPr>
        <p:spPr>
          <a:xfrm>
            <a:off x="785611" y="2739620"/>
            <a:ext cx="10297241" cy="1906074"/>
          </a:xfrm>
          <a:prstGeom prst="rect">
            <a:avLst/>
          </a:prstGeom>
          <a:noFill/>
          <a:ln>
            <a:noFill/>
          </a:ln>
        </p:spPr>
        <p:txBody>
          <a:bodyPr anchorCtr="0" anchor="b" bIns="45700" lIns="91425" spcFirstLastPara="1" rIns="91425" wrap="square" tIns="45700">
            <a:normAutofit/>
          </a:bodyPr>
          <a:lstStyle/>
          <a:p>
            <a:pPr indent="0" lvl="0" marL="0" rtl="0" algn="ctr">
              <a:lnSpc>
                <a:spcPct val="100000"/>
              </a:lnSpc>
              <a:spcBef>
                <a:spcPts val="0"/>
              </a:spcBef>
              <a:spcAft>
                <a:spcPts val="0"/>
              </a:spcAft>
              <a:buClr>
                <a:schemeClr val="lt1"/>
              </a:buClr>
              <a:buSzPts val="4800"/>
              <a:buFont typeface="Verdana"/>
              <a:buNone/>
            </a:pPr>
            <a:r>
              <a:rPr b="1" lang="en-US" cap="none">
                <a:latin typeface="Verdana"/>
                <a:ea typeface="Verdana"/>
                <a:cs typeface="Verdana"/>
                <a:sym typeface="Verdana"/>
              </a:rPr>
              <a:t>INTRODUCTION TO </a:t>
            </a:r>
            <a:br>
              <a:rPr b="1" lang="en-US" cap="none">
                <a:latin typeface="Verdana"/>
                <a:ea typeface="Verdana"/>
                <a:cs typeface="Verdana"/>
                <a:sym typeface="Verdana"/>
              </a:rPr>
            </a:br>
            <a:r>
              <a:rPr b="1" lang="en-US" cap="none">
                <a:latin typeface="Verdana"/>
                <a:ea typeface="Verdana"/>
                <a:cs typeface="Verdana"/>
                <a:sym typeface="Verdana"/>
              </a:rPr>
              <a:t>ARTIFICIAL INTELLIGENCE</a:t>
            </a:r>
            <a:endParaRPr cap="none"/>
          </a:p>
        </p:txBody>
      </p:sp>
      <p:sp>
        <p:nvSpPr>
          <p:cNvPr id="157" name="Google Shape;157;p21"/>
          <p:cNvSpPr txBox="1"/>
          <p:nvPr>
            <p:ph idx="1" type="subTitle"/>
          </p:nvPr>
        </p:nvSpPr>
        <p:spPr>
          <a:xfrm>
            <a:off x="2853853" y="4645694"/>
            <a:ext cx="7197600" cy="14055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SzPts val="1800"/>
              <a:buNone/>
            </a:pPr>
            <a:r>
              <a:rPr lang="en-US"/>
              <a:t>AI-2002											      CHAPTER #1</a:t>
            </a:r>
            <a:endParaRPr/>
          </a:p>
          <a:p>
            <a:pPr indent="0" lvl="0" marL="0" rtl="0" algn="l">
              <a:lnSpc>
                <a:spcPct val="100000"/>
              </a:lnSpc>
              <a:spcBef>
                <a:spcPts val="1000"/>
              </a:spcBef>
              <a:spcAft>
                <a:spcPts val="0"/>
              </a:spcAft>
              <a:buSzPts val="1800"/>
              <a:buNone/>
            </a:pPr>
            <a:r>
              <a:t/>
            </a:r>
            <a:endParaRPr/>
          </a:p>
        </p:txBody>
      </p:sp>
      <p:sp>
        <p:nvSpPr>
          <p:cNvPr id="158" name="Google Shape;158;p21"/>
          <p:cNvSpPr txBox="1"/>
          <p:nvPr/>
        </p:nvSpPr>
        <p:spPr>
          <a:xfrm>
            <a:off x="4035460" y="5154915"/>
            <a:ext cx="4121100" cy="585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libri"/>
                <a:ea typeface="Calibri"/>
                <a:cs typeface="Calibri"/>
                <a:sym typeface="Calibri"/>
              </a:rPr>
              <a:t>Week # 01</a:t>
            </a:r>
            <a:endParaRPr b="0" i="0" sz="1800" u="none" cap="none" strike="noStrike">
              <a:solidFill>
                <a:schemeClr val="lt1"/>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1800"/>
              <a:buFont typeface="Arial"/>
              <a:buNone/>
            </a:pPr>
            <a:r>
              <a:t/>
            </a:r>
            <a:endParaRPr b="0" i="0" sz="1400" u="none" cap="none" strike="noStrike">
              <a:solidFill>
                <a:srgbClr val="000000"/>
              </a:solidFill>
              <a:latin typeface="Arial"/>
              <a:ea typeface="Arial"/>
              <a:cs typeface="Arial"/>
              <a:sym typeface="Arial"/>
            </a:endParaRPr>
          </a:p>
        </p:txBody>
      </p:sp>
      <p:pic>
        <p:nvPicPr>
          <p:cNvPr id="159" name="Google Shape;159;p21"/>
          <p:cNvPicPr preferRelativeResize="0"/>
          <p:nvPr/>
        </p:nvPicPr>
        <p:blipFill rotWithShape="1">
          <a:blip r:embed="rId3">
            <a:alphaModFix/>
          </a:blip>
          <a:srcRect b="0" l="0" r="0" t="0"/>
          <a:stretch/>
        </p:blipFill>
        <p:spPr>
          <a:xfrm>
            <a:off x="0" y="0"/>
            <a:ext cx="12192000" cy="251138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22"/>
          <p:cNvSpPr txBox="1"/>
          <p:nvPr>
            <p:ph type="title"/>
          </p:nvPr>
        </p:nvSpPr>
        <p:spPr>
          <a:xfrm>
            <a:off x="685801" y="609600"/>
            <a:ext cx="10131425" cy="1456267"/>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rgbClr val="FFFF00"/>
              </a:buClr>
              <a:buSzPts val="3600"/>
              <a:buFont typeface="Calibri"/>
              <a:buNone/>
            </a:pPr>
            <a:r>
              <a:rPr b="1" lang="en-US">
                <a:solidFill>
                  <a:srgbClr val="FFD966"/>
                </a:solidFill>
              </a:rPr>
              <a:t>COURSE CATALOG</a:t>
            </a:r>
            <a:endParaRPr>
              <a:solidFill>
                <a:srgbClr val="FFD966"/>
              </a:solidFill>
            </a:endParaRPr>
          </a:p>
        </p:txBody>
      </p:sp>
      <p:sp>
        <p:nvSpPr>
          <p:cNvPr id="165" name="Google Shape;165;p22"/>
          <p:cNvSpPr txBox="1"/>
          <p:nvPr>
            <p:ph idx="1" type="body"/>
          </p:nvPr>
        </p:nvSpPr>
        <p:spPr>
          <a:xfrm>
            <a:off x="685801" y="2065867"/>
            <a:ext cx="10131425" cy="3649133"/>
          </a:xfrm>
          <a:prstGeom prst="rect">
            <a:avLst/>
          </a:prstGeom>
          <a:noFill/>
          <a:ln>
            <a:noFill/>
          </a:ln>
        </p:spPr>
        <p:txBody>
          <a:bodyPr anchorCtr="0" anchor="ctr" bIns="45700" lIns="91425" spcFirstLastPara="1" rIns="91425" wrap="square" tIns="45700">
            <a:noAutofit/>
          </a:bodyPr>
          <a:lstStyle/>
          <a:p>
            <a:pPr indent="-352425" lvl="0" marL="457200" rtl="0" algn="l">
              <a:lnSpc>
                <a:spcPct val="115000"/>
              </a:lnSpc>
              <a:spcBef>
                <a:spcPts val="1100"/>
              </a:spcBef>
              <a:spcAft>
                <a:spcPts val="0"/>
              </a:spcAft>
              <a:buClr>
                <a:srgbClr val="FFFFFF"/>
              </a:buClr>
              <a:buSzPts val="1950"/>
              <a:buChar char="•"/>
            </a:pPr>
            <a:r>
              <a:rPr b="1" lang="en-US" sz="1950">
                <a:solidFill>
                  <a:srgbClr val="FFFFFF"/>
                </a:solidFill>
              </a:rPr>
              <a:t>Introduction (Agents)</a:t>
            </a:r>
            <a:endParaRPr b="1" sz="1950">
              <a:solidFill>
                <a:srgbClr val="FFFFFF"/>
              </a:solidFill>
            </a:endParaRPr>
          </a:p>
          <a:p>
            <a:pPr indent="-352425" lvl="0" marL="457200" rtl="0" algn="l">
              <a:lnSpc>
                <a:spcPct val="115000"/>
              </a:lnSpc>
              <a:spcBef>
                <a:spcPts val="0"/>
              </a:spcBef>
              <a:spcAft>
                <a:spcPts val="0"/>
              </a:spcAft>
              <a:buClr>
                <a:srgbClr val="FFFFFF"/>
              </a:buClr>
              <a:buSzPts val="1950"/>
              <a:buChar char="•"/>
            </a:pPr>
            <a:r>
              <a:rPr b="1" lang="en-US" sz="1950">
                <a:solidFill>
                  <a:srgbClr val="FFFFFF"/>
                </a:solidFill>
              </a:rPr>
              <a:t>Uninformed Search</a:t>
            </a:r>
            <a:endParaRPr b="1" sz="1950">
              <a:solidFill>
                <a:srgbClr val="FFFFFF"/>
              </a:solidFill>
            </a:endParaRPr>
          </a:p>
          <a:p>
            <a:pPr indent="-352425" lvl="0" marL="457200" rtl="0" algn="l">
              <a:lnSpc>
                <a:spcPct val="115000"/>
              </a:lnSpc>
              <a:spcBef>
                <a:spcPts val="0"/>
              </a:spcBef>
              <a:spcAft>
                <a:spcPts val="0"/>
              </a:spcAft>
              <a:buClr>
                <a:srgbClr val="FFFFFF"/>
              </a:buClr>
              <a:buSzPts val="1950"/>
              <a:buChar char="•"/>
            </a:pPr>
            <a:r>
              <a:rPr b="1" lang="en-US" sz="1950">
                <a:solidFill>
                  <a:srgbClr val="FFFFFF"/>
                </a:solidFill>
              </a:rPr>
              <a:t>Informed Search</a:t>
            </a:r>
            <a:endParaRPr b="1" sz="1950">
              <a:solidFill>
                <a:srgbClr val="FFFFFF"/>
              </a:solidFill>
            </a:endParaRPr>
          </a:p>
          <a:p>
            <a:pPr indent="-352425" lvl="0" marL="457200" rtl="0" algn="l">
              <a:lnSpc>
                <a:spcPct val="115000"/>
              </a:lnSpc>
              <a:spcBef>
                <a:spcPts val="0"/>
              </a:spcBef>
              <a:spcAft>
                <a:spcPts val="0"/>
              </a:spcAft>
              <a:buClr>
                <a:srgbClr val="FFFFFF"/>
              </a:buClr>
              <a:buSzPts val="1950"/>
              <a:buChar char="•"/>
            </a:pPr>
            <a:r>
              <a:rPr b="1" lang="en-US" sz="1950">
                <a:solidFill>
                  <a:srgbClr val="FFFFFF"/>
                </a:solidFill>
              </a:rPr>
              <a:t>CSPs</a:t>
            </a:r>
            <a:endParaRPr b="1" sz="1950">
              <a:solidFill>
                <a:srgbClr val="FFFFFF"/>
              </a:solidFill>
            </a:endParaRPr>
          </a:p>
          <a:p>
            <a:pPr indent="-352425" lvl="0" marL="457200" rtl="0" algn="l">
              <a:lnSpc>
                <a:spcPct val="115000"/>
              </a:lnSpc>
              <a:spcBef>
                <a:spcPts val="0"/>
              </a:spcBef>
              <a:spcAft>
                <a:spcPts val="0"/>
              </a:spcAft>
              <a:buClr>
                <a:srgbClr val="FFFFFF"/>
              </a:buClr>
              <a:buSzPts val="1950"/>
              <a:buChar char="•"/>
            </a:pPr>
            <a:r>
              <a:rPr b="1" lang="en-US" sz="1950">
                <a:solidFill>
                  <a:srgbClr val="FFFFFF"/>
                </a:solidFill>
              </a:rPr>
              <a:t>Adversarial Search</a:t>
            </a:r>
            <a:endParaRPr b="1" sz="1950">
              <a:solidFill>
                <a:srgbClr val="FFFFFF"/>
              </a:solidFill>
            </a:endParaRPr>
          </a:p>
          <a:p>
            <a:pPr indent="-352425" lvl="0" marL="457200" marR="12700" rtl="0" algn="l">
              <a:lnSpc>
                <a:spcPct val="146000"/>
              </a:lnSpc>
              <a:spcBef>
                <a:spcPts val="0"/>
              </a:spcBef>
              <a:spcAft>
                <a:spcPts val="0"/>
              </a:spcAft>
              <a:buClr>
                <a:srgbClr val="FFFFFF"/>
              </a:buClr>
              <a:buSzPts val="1950"/>
              <a:buChar char="•"/>
            </a:pPr>
            <a:r>
              <a:rPr b="1" lang="en-US" sz="1950">
                <a:solidFill>
                  <a:srgbClr val="FFFFFF"/>
                </a:solidFill>
              </a:rPr>
              <a:t>Knowledge based agents </a:t>
            </a:r>
            <a:endParaRPr b="1" sz="1950">
              <a:solidFill>
                <a:srgbClr val="FFFFFF"/>
              </a:solidFill>
            </a:endParaRPr>
          </a:p>
          <a:p>
            <a:pPr indent="-352425" lvl="0" marL="457200" marR="12700" rtl="0" algn="l">
              <a:lnSpc>
                <a:spcPct val="146000"/>
              </a:lnSpc>
              <a:spcBef>
                <a:spcPts val="0"/>
              </a:spcBef>
              <a:spcAft>
                <a:spcPts val="0"/>
              </a:spcAft>
              <a:buClr>
                <a:srgbClr val="FFFFFF"/>
              </a:buClr>
              <a:buSzPts val="1950"/>
              <a:buChar char="•"/>
            </a:pPr>
            <a:r>
              <a:rPr b="1" lang="en-US" sz="1950">
                <a:solidFill>
                  <a:srgbClr val="FFFFFF"/>
                </a:solidFill>
              </a:rPr>
              <a:t>uncertainty</a:t>
            </a:r>
            <a:endParaRPr b="1" sz="1950">
              <a:solidFill>
                <a:srgbClr val="FFFFFF"/>
              </a:solidFill>
            </a:endParaRPr>
          </a:p>
          <a:p>
            <a:pPr indent="-352425" lvl="0" marL="457200" marR="12700" rtl="0" algn="l">
              <a:lnSpc>
                <a:spcPct val="146000"/>
              </a:lnSpc>
              <a:spcBef>
                <a:spcPts val="0"/>
              </a:spcBef>
              <a:spcAft>
                <a:spcPts val="0"/>
              </a:spcAft>
              <a:buClr>
                <a:srgbClr val="FFFFFF"/>
              </a:buClr>
              <a:buSzPts val="1950"/>
              <a:buChar char="•"/>
            </a:pPr>
            <a:r>
              <a:rPr b="1" lang="en-US" sz="1950">
                <a:solidFill>
                  <a:srgbClr val="FFFFFF"/>
                </a:solidFill>
              </a:rPr>
              <a:t>Learning</a:t>
            </a:r>
            <a:endParaRPr sz="3650"/>
          </a:p>
          <a:p>
            <a:pPr indent="-248602" lvl="0" marL="285750" rtl="0" algn="l">
              <a:lnSpc>
                <a:spcPct val="100000"/>
              </a:lnSpc>
              <a:spcBef>
                <a:spcPts val="1000"/>
              </a:spcBef>
              <a:spcAft>
                <a:spcPts val="0"/>
              </a:spcAft>
              <a:buSzPts val="450"/>
              <a:buNone/>
            </a:pPr>
            <a:r>
              <a:t/>
            </a:r>
            <a:endParaRPr sz="105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23"/>
          <p:cNvSpPr txBox="1"/>
          <p:nvPr>
            <p:ph type="title"/>
          </p:nvPr>
        </p:nvSpPr>
        <p:spPr>
          <a:xfrm>
            <a:off x="535401" y="256175"/>
            <a:ext cx="10131300" cy="14562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rgbClr val="FFFF00"/>
              </a:buClr>
              <a:buSzPts val="3600"/>
              <a:buFont typeface="Calibri"/>
              <a:buNone/>
            </a:pPr>
            <a:r>
              <a:rPr b="1" lang="en-US">
                <a:solidFill>
                  <a:srgbClr val="FFD966"/>
                </a:solidFill>
              </a:rPr>
              <a:t>TEXTBOOK</a:t>
            </a:r>
            <a:endParaRPr>
              <a:solidFill>
                <a:srgbClr val="FFD966"/>
              </a:solidFill>
            </a:endParaRPr>
          </a:p>
        </p:txBody>
      </p:sp>
      <p:sp>
        <p:nvSpPr>
          <p:cNvPr id="171" name="Google Shape;171;p23"/>
          <p:cNvSpPr txBox="1"/>
          <p:nvPr>
            <p:ph idx="1" type="body"/>
          </p:nvPr>
        </p:nvSpPr>
        <p:spPr>
          <a:xfrm>
            <a:off x="685801" y="2142067"/>
            <a:ext cx="10131425" cy="3649133"/>
          </a:xfrm>
          <a:prstGeom prst="rect">
            <a:avLst/>
          </a:prstGeom>
          <a:noFill/>
          <a:ln>
            <a:noFill/>
          </a:ln>
        </p:spPr>
        <p:txBody>
          <a:bodyPr anchorCtr="0" anchor="ctr" bIns="45700" lIns="91425" spcFirstLastPara="1" rIns="91425" wrap="square" tIns="45700">
            <a:normAutofit/>
          </a:bodyPr>
          <a:lstStyle/>
          <a:p>
            <a:pPr indent="-171450" lvl="0" marL="285750" rtl="0" algn="l">
              <a:lnSpc>
                <a:spcPct val="100000"/>
              </a:lnSpc>
              <a:spcBef>
                <a:spcPts val="0"/>
              </a:spcBef>
              <a:spcAft>
                <a:spcPts val="0"/>
              </a:spcAft>
              <a:buSzPts val="1800"/>
              <a:buNone/>
            </a:pPr>
            <a:r>
              <a:t/>
            </a:r>
            <a:endParaRPr/>
          </a:p>
          <a:p>
            <a:pPr indent="-171450" lvl="0" marL="285750" rtl="0" algn="l">
              <a:lnSpc>
                <a:spcPct val="100000"/>
              </a:lnSpc>
              <a:spcBef>
                <a:spcPts val="1000"/>
              </a:spcBef>
              <a:spcAft>
                <a:spcPts val="0"/>
              </a:spcAft>
              <a:buSzPts val="1800"/>
              <a:buNone/>
            </a:pPr>
            <a:r>
              <a:t/>
            </a:r>
            <a:endParaRPr/>
          </a:p>
          <a:p>
            <a:pPr indent="-171450" lvl="0" marL="285750" rtl="0" algn="l">
              <a:lnSpc>
                <a:spcPct val="100000"/>
              </a:lnSpc>
              <a:spcBef>
                <a:spcPts val="1000"/>
              </a:spcBef>
              <a:spcAft>
                <a:spcPts val="0"/>
              </a:spcAft>
              <a:buSzPts val="1800"/>
              <a:buNone/>
            </a:pPr>
            <a:r>
              <a:t/>
            </a:r>
            <a:endParaRPr/>
          </a:p>
          <a:p>
            <a:pPr indent="-171450" lvl="0" marL="285750" rtl="0" algn="l">
              <a:lnSpc>
                <a:spcPct val="100000"/>
              </a:lnSpc>
              <a:spcBef>
                <a:spcPts val="1000"/>
              </a:spcBef>
              <a:spcAft>
                <a:spcPts val="0"/>
              </a:spcAft>
              <a:buSzPts val="1800"/>
              <a:buNone/>
            </a:pPr>
            <a:r>
              <a:t/>
            </a:r>
            <a:endParaRPr/>
          </a:p>
          <a:p>
            <a:pPr indent="-171450" lvl="0" marL="285750" rtl="0" algn="l">
              <a:lnSpc>
                <a:spcPct val="100000"/>
              </a:lnSpc>
              <a:spcBef>
                <a:spcPts val="1000"/>
              </a:spcBef>
              <a:spcAft>
                <a:spcPts val="0"/>
              </a:spcAft>
              <a:buSzPts val="1800"/>
              <a:buNone/>
            </a:pPr>
            <a:r>
              <a:t/>
            </a:r>
            <a:endParaRPr/>
          </a:p>
          <a:p>
            <a:pPr indent="-171450" lvl="0" marL="285750" rtl="0" algn="l">
              <a:lnSpc>
                <a:spcPct val="100000"/>
              </a:lnSpc>
              <a:spcBef>
                <a:spcPts val="1000"/>
              </a:spcBef>
              <a:spcAft>
                <a:spcPts val="0"/>
              </a:spcAft>
              <a:buSzPts val="1800"/>
              <a:buNone/>
            </a:pPr>
            <a:r>
              <a:t/>
            </a:r>
            <a:endParaRPr/>
          </a:p>
          <a:p>
            <a:pPr indent="-171450" lvl="0" marL="285750" rtl="0" algn="l">
              <a:lnSpc>
                <a:spcPct val="100000"/>
              </a:lnSpc>
              <a:spcBef>
                <a:spcPts val="1000"/>
              </a:spcBef>
              <a:spcAft>
                <a:spcPts val="0"/>
              </a:spcAft>
              <a:buSzPts val="1800"/>
              <a:buNone/>
            </a:pPr>
            <a:r>
              <a:t/>
            </a:r>
            <a:endParaRPr/>
          </a:p>
          <a:p>
            <a:pPr indent="0" lvl="0" marL="0" rtl="0" algn="ctr">
              <a:lnSpc>
                <a:spcPct val="100000"/>
              </a:lnSpc>
              <a:spcBef>
                <a:spcPts val="1000"/>
              </a:spcBef>
              <a:spcAft>
                <a:spcPts val="0"/>
              </a:spcAft>
              <a:buSzPts val="2400"/>
              <a:buNone/>
            </a:pPr>
            <a:r>
              <a:rPr lang="en-US" sz="2400"/>
              <a:t>Artificial intelligence: A modern approach (3rd edition), Stuart Russell and Peter Norvig</a:t>
            </a:r>
            <a:endParaRPr sz="2400"/>
          </a:p>
        </p:txBody>
      </p:sp>
      <p:pic>
        <p:nvPicPr>
          <p:cNvPr id="172" name="Google Shape;172;p23"/>
          <p:cNvPicPr preferRelativeResize="0"/>
          <p:nvPr/>
        </p:nvPicPr>
        <p:blipFill rotWithShape="1">
          <a:blip r:embed="rId3">
            <a:alphaModFix/>
          </a:blip>
          <a:srcRect b="0" l="0" r="0" t="0"/>
          <a:stretch/>
        </p:blipFill>
        <p:spPr>
          <a:xfrm>
            <a:off x="4121239" y="1337733"/>
            <a:ext cx="3721995" cy="360608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24"/>
          <p:cNvSpPr txBox="1"/>
          <p:nvPr>
            <p:ph type="title"/>
          </p:nvPr>
        </p:nvSpPr>
        <p:spPr>
          <a:xfrm>
            <a:off x="685801" y="609600"/>
            <a:ext cx="10131425" cy="1456267"/>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rgbClr val="FFFF00"/>
              </a:buClr>
              <a:buSzPts val="3600"/>
              <a:buFont typeface="Calibri"/>
              <a:buNone/>
            </a:pPr>
            <a:r>
              <a:rPr b="1" lang="en-US">
                <a:solidFill>
                  <a:srgbClr val="FFD966"/>
                </a:solidFill>
              </a:rPr>
              <a:t>MARKS DISTRIBUTION</a:t>
            </a:r>
            <a:endParaRPr>
              <a:solidFill>
                <a:srgbClr val="FFD966"/>
              </a:solidFill>
            </a:endParaRPr>
          </a:p>
        </p:txBody>
      </p:sp>
      <p:sp>
        <p:nvSpPr>
          <p:cNvPr id="178" name="Google Shape;178;p24"/>
          <p:cNvSpPr txBox="1"/>
          <p:nvPr>
            <p:ph idx="1" type="body"/>
          </p:nvPr>
        </p:nvSpPr>
        <p:spPr>
          <a:xfrm>
            <a:off x="685801" y="2142067"/>
            <a:ext cx="10131425" cy="3649133"/>
          </a:xfrm>
          <a:prstGeom prst="rect">
            <a:avLst/>
          </a:prstGeom>
          <a:noFill/>
          <a:ln>
            <a:noFill/>
          </a:ln>
        </p:spPr>
        <p:txBody>
          <a:bodyPr anchorCtr="0" anchor="ctr" bIns="45700" lIns="91425" spcFirstLastPara="1" rIns="91425" wrap="square" tIns="45700">
            <a:normAutofit/>
          </a:bodyPr>
          <a:lstStyle/>
          <a:p>
            <a:pPr indent="-285750" lvl="0" marL="285750" rtl="0" algn="l">
              <a:lnSpc>
                <a:spcPct val="100000"/>
              </a:lnSpc>
              <a:spcBef>
                <a:spcPts val="0"/>
              </a:spcBef>
              <a:spcAft>
                <a:spcPts val="0"/>
              </a:spcAft>
              <a:buSzPts val="2400"/>
              <a:buChar char="•"/>
            </a:pPr>
            <a:r>
              <a:rPr b="1" lang="en-US" sz="2400"/>
              <a:t>Assignments            10  </a:t>
            </a:r>
            <a:endParaRPr/>
          </a:p>
          <a:p>
            <a:pPr indent="-285750" lvl="0" marL="285750" rtl="0" algn="l">
              <a:lnSpc>
                <a:spcPct val="100000"/>
              </a:lnSpc>
              <a:spcBef>
                <a:spcPts val="1000"/>
              </a:spcBef>
              <a:spcAft>
                <a:spcPts val="0"/>
              </a:spcAft>
              <a:buSzPts val="2400"/>
              <a:buChar char="•"/>
            </a:pPr>
            <a:r>
              <a:rPr b="1" lang="en-US" sz="2400"/>
              <a:t>Mid exams	  	      15+15</a:t>
            </a:r>
            <a:endParaRPr/>
          </a:p>
          <a:p>
            <a:pPr indent="-285750" lvl="0" marL="285750" rtl="0" algn="l">
              <a:lnSpc>
                <a:spcPct val="100000"/>
              </a:lnSpc>
              <a:spcBef>
                <a:spcPts val="1000"/>
              </a:spcBef>
              <a:spcAft>
                <a:spcPts val="0"/>
              </a:spcAft>
              <a:buSzPts val="2400"/>
              <a:buChar char="•"/>
            </a:pPr>
            <a:r>
              <a:rPr b="1" lang="en-US" sz="2400"/>
              <a:t>Quizzes                      10</a:t>
            </a:r>
            <a:endParaRPr b="1" sz="2400"/>
          </a:p>
          <a:p>
            <a:pPr indent="-285750" lvl="0" marL="285750" rtl="0" algn="l">
              <a:lnSpc>
                <a:spcPct val="100000"/>
              </a:lnSpc>
              <a:spcBef>
                <a:spcPts val="1000"/>
              </a:spcBef>
              <a:spcAft>
                <a:spcPts val="0"/>
              </a:spcAft>
              <a:buSzPts val="2400"/>
              <a:buChar char="•"/>
            </a:pPr>
            <a:r>
              <a:rPr b="1" lang="en-US" sz="2400"/>
              <a:t>Final		                    50 </a:t>
            </a:r>
            <a:endParaRPr b="1" sz="24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25"/>
          <p:cNvSpPr txBox="1"/>
          <p:nvPr>
            <p:ph type="title"/>
          </p:nvPr>
        </p:nvSpPr>
        <p:spPr>
          <a:xfrm>
            <a:off x="666876" y="231225"/>
            <a:ext cx="10131300" cy="14562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92D050"/>
              </a:buClr>
              <a:buSzPts val="3200"/>
              <a:buFont typeface="Erica One"/>
              <a:buNone/>
            </a:pPr>
            <a:r>
              <a:rPr b="1" lang="en-US" sz="4400"/>
              <a:t>What is Intelligence ?   </a:t>
            </a:r>
            <a:endParaRPr b="1" sz="4800"/>
          </a:p>
        </p:txBody>
      </p:sp>
      <p:sp>
        <p:nvSpPr>
          <p:cNvPr id="184" name="Google Shape;184;p25"/>
          <p:cNvSpPr txBox="1"/>
          <p:nvPr>
            <p:ph idx="1" type="body"/>
          </p:nvPr>
        </p:nvSpPr>
        <p:spPr>
          <a:xfrm>
            <a:off x="490200" y="1687425"/>
            <a:ext cx="11211600" cy="4810500"/>
          </a:xfrm>
          <a:prstGeom prst="rect">
            <a:avLst/>
          </a:prstGeom>
          <a:noFill/>
          <a:ln>
            <a:noFill/>
          </a:ln>
        </p:spPr>
        <p:txBody>
          <a:bodyPr anchorCtr="0" anchor="ctr" bIns="45700" lIns="91425" spcFirstLastPara="1" rIns="91425" wrap="square" tIns="45700">
            <a:normAutofit lnSpcReduction="10000"/>
          </a:bodyPr>
          <a:lstStyle/>
          <a:p>
            <a:pPr indent="0" lvl="0" marL="0" rtl="0" algn="l">
              <a:lnSpc>
                <a:spcPct val="125000"/>
              </a:lnSpc>
              <a:spcBef>
                <a:spcPts val="0"/>
              </a:spcBef>
              <a:spcAft>
                <a:spcPts val="0"/>
              </a:spcAft>
              <a:buClr>
                <a:schemeClr val="dk1"/>
              </a:buClr>
              <a:buSzPts val="3199"/>
              <a:buFont typeface="Arial"/>
              <a:buNone/>
            </a:pPr>
            <a:r>
              <a:rPr lang="en-US" sz="3563">
                <a:latin typeface="Comic Sans MS"/>
                <a:ea typeface="Comic Sans MS"/>
                <a:cs typeface="Comic Sans MS"/>
                <a:sym typeface="Comic Sans MS"/>
              </a:rPr>
              <a:t>Choose correct one!</a:t>
            </a:r>
            <a:endParaRPr sz="3563">
              <a:latin typeface="Comic Sans MS"/>
              <a:ea typeface="Comic Sans MS"/>
              <a:cs typeface="Comic Sans MS"/>
              <a:sym typeface="Comic Sans MS"/>
            </a:endParaRPr>
          </a:p>
          <a:p>
            <a:pPr indent="-146050" lvl="0" marL="128587" rtl="0" algn="l">
              <a:lnSpc>
                <a:spcPct val="125000"/>
              </a:lnSpc>
              <a:spcBef>
                <a:spcPts val="563"/>
              </a:spcBef>
              <a:spcAft>
                <a:spcPts val="0"/>
              </a:spcAft>
              <a:buClr>
                <a:schemeClr val="lt1"/>
              </a:buClr>
              <a:buSzPts val="2300"/>
              <a:buChar char="•"/>
            </a:pPr>
            <a:r>
              <a:rPr lang="en-US" sz="2300">
                <a:latin typeface="Comic Sans MS"/>
                <a:ea typeface="Comic Sans MS"/>
                <a:cs typeface="Comic Sans MS"/>
                <a:sym typeface="Comic Sans MS"/>
              </a:rPr>
              <a:t>Understand and Learn from experience</a:t>
            </a:r>
            <a:endParaRPr sz="2300">
              <a:latin typeface="Comic Sans MS"/>
              <a:ea typeface="Comic Sans MS"/>
              <a:cs typeface="Comic Sans MS"/>
              <a:sym typeface="Comic Sans MS"/>
            </a:endParaRPr>
          </a:p>
          <a:p>
            <a:pPr indent="-146050" lvl="0" marL="128587" rtl="0" algn="l">
              <a:lnSpc>
                <a:spcPct val="125000"/>
              </a:lnSpc>
              <a:spcBef>
                <a:spcPts val="563"/>
              </a:spcBef>
              <a:spcAft>
                <a:spcPts val="0"/>
              </a:spcAft>
              <a:buClr>
                <a:schemeClr val="lt1"/>
              </a:buClr>
              <a:buSzPts val="2300"/>
              <a:buChar char="•"/>
            </a:pPr>
            <a:r>
              <a:rPr lang="en-US" sz="2300">
                <a:latin typeface="Comic Sans MS"/>
                <a:ea typeface="Comic Sans MS"/>
                <a:cs typeface="Comic Sans MS"/>
                <a:sym typeface="Comic Sans MS"/>
              </a:rPr>
              <a:t>Problem solving ability / decision making</a:t>
            </a:r>
            <a:endParaRPr sz="2300">
              <a:latin typeface="Comic Sans MS"/>
              <a:ea typeface="Comic Sans MS"/>
              <a:cs typeface="Comic Sans MS"/>
              <a:sym typeface="Comic Sans MS"/>
            </a:endParaRPr>
          </a:p>
          <a:p>
            <a:pPr indent="-146050" lvl="0" marL="128587" rtl="0" algn="l">
              <a:lnSpc>
                <a:spcPct val="125000"/>
              </a:lnSpc>
              <a:spcBef>
                <a:spcPts val="563"/>
              </a:spcBef>
              <a:spcAft>
                <a:spcPts val="0"/>
              </a:spcAft>
              <a:buClr>
                <a:schemeClr val="lt1"/>
              </a:buClr>
              <a:buSzPts val="2300"/>
              <a:buChar char="•"/>
            </a:pPr>
            <a:r>
              <a:rPr lang="en-US" sz="2300">
                <a:latin typeface="Comic Sans MS"/>
                <a:ea typeface="Comic Sans MS"/>
                <a:cs typeface="Comic Sans MS"/>
                <a:sym typeface="Comic Sans MS"/>
              </a:rPr>
              <a:t>Self awareness ( I think therefore I am )</a:t>
            </a:r>
            <a:endParaRPr sz="2300">
              <a:latin typeface="Comic Sans MS"/>
              <a:ea typeface="Comic Sans MS"/>
              <a:cs typeface="Comic Sans MS"/>
              <a:sym typeface="Comic Sans MS"/>
            </a:endParaRPr>
          </a:p>
          <a:p>
            <a:pPr indent="-146050" lvl="0" marL="128587" rtl="0" algn="l">
              <a:lnSpc>
                <a:spcPct val="125000"/>
              </a:lnSpc>
              <a:spcBef>
                <a:spcPts val="563"/>
              </a:spcBef>
              <a:spcAft>
                <a:spcPts val="0"/>
              </a:spcAft>
              <a:buClr>
                <a:schemeClr val="lt1"/>
              </a:buClr>
              <a:buSzPts val="2300"/>
              <a:buChar char="•"/>
            </a:pPr>
            <a:r>
              <a:rPr lang="en-US" sz="2300">
                <a:latin typeface="Comic Sans MS"/>
                <a:ea typeface="Comic Sans MS"/>
                <a:cs typeface="Comic Sans MS"/>
                <a:sym typeface="Comic Sans MS"/>
              </a:rPr>
              <a:t>Capacity to know or understand</a:t>
            </a:r>
            <a:endParaRPr sz="2300">
              <a:latin typeface="Comic Sans MS"/>
              <a:ea typeface="Comic Sans MS"/>
              <a:cs typeface="Comic Sans MS"/>
              <a:sym typeface="Comic Sans MS"/>
            </a:endParaRPr>
          </a:p>
          <a:p>
            <a:pPr indent="-146050" lvl="0" marL="128587" rtl="0" algn="l">
              <a:lnSpc>
                <a:spcPct val="125000"/>
              </a:lnSpc>
              <a:spcBef>
                <a:spcPts val="563"/>
              </a:spcBef>
              <a:spcAft>
                <a:spcPts val="0"/>
              </a:spcAft>
              <a:buClr>
                <a:schemeClr val="lt1"/>
              </a:buClr>
              <a:buSzPts val="2300"/>
              <a:buChar char="•"/>
            </a:pPr>
            <a:r>
              <a:rPr lang="en-US" sz="2300">
                <a:latin typeface="Comic Sans MS"/>
                <a:ea typeface="Comic Sans MS"/>
                <a:cs typeface="Comic Sans MS"/>
                <a:sym typeface="Comic Sans MS"/>
              </a:rPr>
              <a:t>Adaptability</a:t>
            </a:r>
            <a:endParaRPr sz="2300">
              <a:latin typeface="Comic Sans MS"/>
              <a:ea typeface="Comic Sans MS"/>
              <a:cs typeface="Comic Sans MS"/>
              <a:sym typeface="Comic Sans MS"/>
            </a:endParaRPr>
          </a:p>
          <a:p>
            <a:pPr indent="-146050" lvl="0" marL="128587" rtl="0" algn="l">
              <a:lnSpc>
                <a:spcPct val="125000"/>
              </a:lnSpc>
              <a:spcBef>
                <a:spcPts val="563"/>
              </a:spcBef>
              <a:spcAft>
                <a:spcPts val="0"/>
              </a:spcAft>
              <a:buClr>
                <a:schemeClr val="lt1"/>
              </a:buClr>
              <a:buSzPts val="2300"/>
              <a:buChar char="•"/>
            </a:pPr>
            <a:r>
              <a:rPr lang="en-US" sz="2300">
                <a:latin typeface="Comic Sans MS"/>
                <a:ea typeface="Comic Sans MS"/>
                <a:cs typeface="Comic Sans MS"/>
                <a:sym typeface="Comic Sans MS"/>
              </a:rPr>
              <a:t>Objective and unbiased thinking</a:t>
            </a:r>
            <a:endParaRPr sz="2300">
              <a:latin typeface="Comic Sans MS"/>
              <a:ea typeface="Comic Sans MS"/>
              <a:cs typeface="Comic Sans MS"/>
              <a:sym typeface="Comic Sans MS"/>
            </a:endParaRPr>
          </a:p>
          <a:p>
            <a:pPr indent="-146050" lvl="0" marL="128587" rtl="0" algn="l">
              <a:lnSpc>
                <a:spcPct val="125000"/>
              </a:lnSpc>
              <a:spcBef>
                <a:spcPts val="563"/>
              </a:spcBef>
              <a:spcAft>
                <a:spcPts val="0"/>
              </a:spcAft>
              <a:buClr>
                <a:schemeClr val="lt1"/>
              </a:buClr>
              <a:buSzPts val="2300"/>
              <a:buChar char="•"/>
            </a:pPr>
            <a:r>
              <a:rPr lang="en-US" sz="2300">
                <a:latin typeface="Comic Sans MS"/>
                <a:ea typeface="Comic Sans MS"/>
                <a:cs typeface="Comic Sans MS"/>
                <a:sym typeface="Comic Sans MS"/>
              </a:rPr>
              <a:t>Thinking out of the box</a:t>
            </a:r>
            <a:endParaRPr sz="2300">
              <a:latin typeface="Comic Sans MS"/>
              <a:ea typeface="Comic Sans MS"/>
              <a:cs typeface="Comic Sans MS"/>
              <a:sym typeface="Comic Sans MS"/>
            </a:endParaRPr>
          </a:p>
          <a:p>
            <a:pPr indent="-146050" lvl="0" marL="128587" rtl="0" algn="l">
              <a:lnSpc>
                <a:spcPct val="125000"/>
              </a:lnSpc>
              <a:spcBef>
                <a:spcPts val="563"/>
              </a:spcBef>
              <a:spcAft>
                <a:spcPts val="0"/>
              </a:spcAft>
              <a:buClr>
                <a:schemeClr val="lt1"/>
              </a:buClr>
              <a:buSzPts val="2300"/>
              <a:buChar char="•"/>
            </a:pPr>
            <a:r>
              <a:rPr lang="en-US" sz="2300">
                <a:latin typeface="Comic Sans MS"/>
                <a:ea typeface="Comic Sans MS"/>
                <a:cs typeface="Comic Sans MS"/>
                <a:sym typeface="Comic Sans MS"/>
              </a:rPr>
              <a:t>Think beyond expectation</a:t>
            </a:r>
            <a:endParaRPr sz="2300">
              <a:latin typeface="Comic Sans MS"/>
              <a:ea typeface="Comic Sans MS"/>
              <a:cs typeface="Comic Sans MS"/>
              <a:sym typeface="Comic Sans MS"/>
            </a:endParaRPr>
          </a:p>
          <a:p>
            <a:pPr indent="0" lvl="0" marL="0" rtl="0" algn="l">
              <a:lnSpc>
                <a:spcPct val="100000"/>
              </a:lnSpc>
              <a:spcBef>
                <a:spcPts val="0"/>
              </a:spcBef>
              <a:spcAft>
                <a:spcPts val="1000"/>
              </a:spcAft>
              <a:buSzPts val="2571"/>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pic>
        <p:nvPicPr>
          <p:cNvPr id="189" name="Google Shape;189;p26"/>
          <p:cNvPicPr preferRelativeResize="0"/>
          <p:nvPr>
            <p:ph idx="1" type="body"/>
          </p:nvPr>
        </p:nvPicPr>
        <p:blipFill rotWithShape="1">
          <a:blip r:embed="rId3">
            <a:alphaModFix/>
          </a:blip>
          <a:srcRect b="33053" l="0" r="0" t="0"/>
          <a:stretch/>
        </p:blipFill>
        <p:spPr>
          <a:xfrm>
            <a:off x="2776493" y="2355642"/>
            <a:ext cx="5401591" cy="4502358"/>
          </a:xfrm>
          <a:prstGeom prst="rect">
            <a:avLst/>
          </a:prstGeom>
          <a:solidFill>
            <a:srgbClr val="002368"/>
          </a:solidFill>
          <a:ln cap="flat" cmpd="sng" w="9525">
            <a:solidFill>
              <a:srgbClr val="002060"/>
            </a:solidFill>
            <a:prstDash val="solid"/>
            <a:round/>
            <a:headEnd len="sm" w="sm" type="none"/>
            <a:tailEnd len="sm" w="sm" type="none"/>
          </a:ln>
        </p:spPr>
      </p:pic>
      <p:sp>
        <p:nvSpPr>
          <p:cNvPr id="190" name="Google Shape;190;p26"/>
          <p:cNvSpPr txBox="1"/>
          <p:nvPr>
            <p:ph type="title"/>
          </p:nvPr>
        </p:nvSpPr>
        <p:spPr>
          <a:xfrm>
            <a:off x="284386" y="0"/>
            <a:ext cx="10131425" cy="1456267"/>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Calibri"/>
              <a:buNone/>
            </a:pPr>
            <a:r>
              <a:rPr b="1" lang="en-US"/>
              <a:t>WHAT MAKES HUMAN INTELLIGENT?</a:t>
            </a:r>
            <a:endParaRPr/>
          </a:p>
        </p:txBody>
      </p:sp>
      <p:sp>
        <p:nvSpPr>
          <p:cNvPr id="191" name="Google Shape;191;p26"/>
          <p:cNvSpPr/>
          <p:nvPr/>
        </p:nvSpPr>
        <p:spPr>
          <a:xfrm>
            <a:off x="1854559" y="2899298"/>
            <a:ext cx="2060620" cy="1282640"/>
          </a:xfrm>
          <a:prstGeom prst="cloud">
            <a:avLst/>
          </a:prstGeom>
          <a:solidFill>
            <a:schemeClr val="lt1"/>
          </a:solid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rPr b="1" i="0" lang="en-US" sz="2400" u="none" cap="none" strike="noStrike">
                <a:solidFill>
                  <a:schemeClr val="dk1"/>
                </a:solidFill>
                <a:latin typeface="Calibri"/>
                <a:ea typeface="Calibri"/>
                <a:cs typeface="Calibri"/>
                <a:sym typeface="Calibri"/>
              </a:rPr>
              <a:t>Think</a:t>
            </a:r>
            <a:endParaRPr b="0" i="0" sz="1400" u="none" cap="none" strike="noStrike">
              <a:solidFill>
                <a:srgbClr val="000000"/>
              </a:solidFill>
              <a:latin typeface="Arial"/>
              <a:ea typeface="Arial"/>
              <a:cs typeface="Arial"/>
              <a:sym typeface="Arial"/>
            </a:endParaRPr>
          </a:p>
        </p:txBody>
      </p:sp>
      <p:sp>
        <p:nvSpPr>
          <p:cNvPr id="192" name="Google Shape;192;p26"/>
          <p:cNvSpPr/>
          <p:nvPr/>
        </p:nvSpPr>
        <p:spPr>
          <a:xfrm>
            <a:off x="4446978" y="1073002"/>
            <a:ext cx="2060620" cy="1282640"/>
          </a:xfrm>
          <a:prstGeom prst="cloud">
            <a:avLst/>
          </a:prstGeom>
          <a:solidFill>
            <a:schemeClr val="lt1"/>
          </a:solid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rPr b="1" i="0" lang="en-US" sz="2400" u="none" cap="none" strike="noStrike">
                <a:solidFill>
                  <a:schemeClr val="dk1"/>
                </a:solidFill>
                <a:latin typeface="Calibri"/>
                <a:ea typeface="Calibri"/>
                <a:cs typeface="Calibri"/>
                <a:sym typeface="Calibri"/>
              </a:rPr>
              <a:t>Learn</a:t>
            </a:r>
            <a:endParaRPr b="0" i="0" sz="1400" u="none" cap="none" strike="noStrike">
              <a:solidFill>
                <a:srgbClr val="000000"/>
              </a:solidFill>
              <a:latin typeface="Arial"/>
              <a:ea typeface="Arial"/>
              <a:cs typeface="Arial"/>
              <a:sym typeface="Arial"/>
            </a:endParaRPr>
          </a:p>
        </p:txBody>
      </p:sp>
      <p:sp>
        <p:nvSpPr>
          <p:cNvPr id="193" name="Google Shape;193;p26"/>
          <p:cNvSpPr/>
          <p:nvPr/>
        </p:nvSpPr>
        <p:spPr>
          <a:xfrm>
            <a:off x="7401058" y="3780379"/>
            <a:ext cx="2293536" cy="1282640"/>
          </a:xfrm>
          <a:prstGeom prst="cloud">
            <a:avLst/>
          </a:prstGeom>
          <a:solidFill>
            <a:schemeClr val="lt1"/>
          </a:solid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rPr b="1" i="0" lang="en-US" sz="2400" u="none" cap="none" strike="noStrike">
                <a:solidFill>
                  <a:schemeClr val="dk1"/>
                </a:solidFill>
                <a:latin typeface="Calibri"/>
                <a:ea typeface="Calibri"/>
                <a:cs typeface="Calibri"/>
                <a:sym typeface="Calibri"/>
              </a:rPr>
              <a:t>Make Decisions</a:t>
            </a:r>
            <a:endParaRPr b="0" i="0" sz="1400" u="none" cap="none" strike="noStrike">
              <a:solidFill>
                <a:srgbClr val="000000"/>
              </a:solidFill>
              <a:latin typeface="Arial"/>
              <a:ea typeface="Arial"/>
              <a:cs typeface="Arial"/>
              <a:sym typeface="Arial"/>
            </a:endParaRPr>
          </a:p>
        </p:txBody>
      </p:sp>
      <p:sp>
        <p:nvSpPr>
          <p:cNvPr id="194" name="Google Shape;194;p26"/>
          <p:cNvSpPr txBox="1"/>
          <p:nvPr/>
        </p:nvSpPr>
        <p:spPr>
          <a:xfrm>
            <a:off x="284385" y="3335628"/>
            <a:ext cx="1570173" cy="92333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libri"/>
                <a:ea typeface="Calibri"/>
                <a:cs typeface="Calibri"/>
                <a:sym typeface="Calibri"/>
              </a:rPr>
              <a:t>Problem solving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libri"/>
                <a:ea typeface="Calibri"/>
                <a:cs typeface="Calibri"/>
                <a:sym typeface="Calibri"/>
              </a:rPr>
              <a:t>(Game theory)</a:t>
            </a:r>
            <a:endParaRPr b="0" i="0" sz="1400" u="none" cap="none" strike="noStrike">
              <a:solidFill>
                <a:srgbClr val="000000"/>
              </a:solidFill>
              <a:latin typeface="Arial"/>
              <a:ea typeface="Arial"/>
              <a:cs typeface="Arial"/>
              <a:sym typeface="Arial"/>
            </a:endParaRPr>
          </a:p>
        </p:txBody>
      </p:sp>
      <p:sp>
        <p:nvSpPr>
          <p:cNvPr id="195" name="Google Shape;195;p26"/>
          <p:cNvSpPr txBox="1"/>
          <p:nvPr/>
        </p:nvSpPr>
        <p:spPr>
          <a:xfrm>
            <a:off x="6525843" y="1114157"/>
            <a:ext cx="2022000" cy="1200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libri"/>
                <a:ea typeface="Calibri"/>
                <a:cs typeface="Calibri"/>
                <a:sym typeface="Calibri"/>
              </a:rPr>
              <a:t>Learning and Adapting by Experiences from Surroundings</a:t>
            </a:r>
            <a:endParaRPr b="0" i="0" sz="1400" u="none" cap="none" strike="noStrike">
              <a:solidFill>
                <a:srgbClr val="000000"/>
              </a:solidFill>
              <a:latin typeface="Arial"/>
              <a:ea typeface="Arial"/>
              <a:cs typeface="Arial"/>
              <a:sym typeface="Arial"/>
            </a:endParaRPr>
          </a:p>
        </p:txBody>
      </p:sp>
      <p:sp>
        <p:nvSpPr>
          <p:cNvPr id="196" name="Google Shape;196;p26"/>
          <p:cNvSpPr txBox="1"/>
          <p:nvPr/>
        </p:nvSpPr>
        <p:spPr>
          <a:xfrm>
            <a:off x="9789587" y="4098533"/>
            <a:ext cx="1252500" cy="6465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libri"/>
                <a:ea typeface="Calibri"/>
                <a:cs typeface="Calibri"/>
                <a:sym typeface="Calibri"/>
              </a:rPr>
              <a:t>Automated Car</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27"/>
          <p:cNvSpPr txBox="1"/>
          <p:nvPr>
            <p:ph type="title"/>
          </p:nvPr>
        </p:nvSpPr>
        <p:spPr>
          <a:xfrm>
            <a:off x="4969420" y="661125"/>
            <a:ext cx="6576900" cy="105180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100000"/>
              </a:lnSpc>
              <a:spcBef>
                <a:spcPts val="0"/>
              </a:spcBef>
              <a:spcAft>
                <a:spcPts val="0"/>
              </a:spcAft>
              <a:buClr>
                <a:schemeClr val="lt1"/>
              </a:buClr>
              <a:buSzPct val="100000"/>
              <a:buFont typeface="Calibri"/>
              <a:buNone/>
            </a:pPr>
            <a:r>
              <a:rPr b="1" lang="en-US" cap="none"/>
              <a:t>I can show human like intelligence</a:t>
            </a:r>
            <a:endParaRPr/>
          </a:p>
        </p:txBody>
      </p:sp>
      <p:pic>
        <p:nvPicPr>
          <p:cNvPr id="202" name="Google Shape;202;p27"/>
          <p:cNvPicPr preferRelativeResize="0"/>
          <p:nvPr>
            <p:ph idx="1" type="body"/>
          </p:nvPr>
        </p:nvPicPr>
        <p:blipFill rotWithShape="1">
          <a:blip r:embed="rId3">
            <a:alphaModFix/>
          </a:blip>
          <a:srcRect b="0" l="0" r="0" t="0"/>
          <a:stretch/>
        </p:blipFill>
        <p:spPr>
          <a:xfrm>
            <a:off x="578173" y="1510473"/>
            <a:ext cx="3649662" cy="4967599"/>
          </a:xfrm>
          <a:prstGeom prst="rect">
            <a:avLst/>
          </a:prstGeom>
          <a:noFill/>
          <a:ln>
            <a:noFill/>
          </a:ln>
        </p:spPr>
      </p:pic>
      <p:cxnSp>
        <p:nvCxnSpPr>
          <p:cNvPr id="203" name="Google Shape;203;p27"/>
          <p:cNvCxnSpPr/>
          <p:nvPr/>
        </p:nvCxnSpPr>
        <p:spPr>
          <a:xfrm flipH="1" rot="10800000">
            <a:off x="2949262" y="1510589"/>
            <a:ext cx="1919100" cy="447000"/>
          </a:xfrm>
          <a:prstGeom prst="bentConnector3">
            <a:avLst>
              <a:gd fmla="val 50000" name="adj1"/>
            </a:avLst>
          </a:prstGeom>
          <a:noFill/>
          <a:ln cap="rnd" cmpd="sng" w="25400">
            <a:solidFill>
              <a:schemeClr val="lt1"/>
            </a:solidFill>
            <a:prstDash val="solid"/>
            <a:round/>
            <a:headEnd len="sm" w="sm" type="none"/>
            <a:tailEnd len="sm" w="sm" type="none"/>
          </a:ln>
          <a:effectLst>
            <a:outerShdw blurRad="50800" rotWithShape="0" dir="5400000" dist="38100">
              <a:srgbClr val="000000">
                <a:alpha val="34509"/>
              </a:srgbClr>
            </a:outerShdw>
          </a:effectLst>
        </p:spPr>
      </p:cxnSp>
      <p:sp>
        <p:nvSpPr>
          <p:cNvPr id="204" name="Google Shape;204;p27"/>
          <p:cNvSpPr/>
          <p:nvPr/>
        </p:nvSpPr>
        <p:spPr>
          <a:xfrm>
            <a:off x="4538304" y="1957589"/>
            <a:ext cx="2060620" cy="1282640"/>
          </a:xfrm>
          <a:prstGeom prst="cloud">
            <a:avLst/>
          </a:prstGeom>
          <a:solidFill>
            <a:schemeClr val="lt1"/>
          </a:solid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rPr b="1" i="0" lang="en-US" sz="2400" u="none" cap="none" strike="noStrike">
                <a:solidFill>
                  <a:schemeClr val="dk1"/>
                </a:solidFill>
                <a:latin typeface="Calibri"/>
                <a:ea typeface="Calibri"/>
                <a:cs typeface="Calibri"/>
                <a:sym typeface="Calibri"/>
              </a:rPr>
              <a:t>Think</a:t>
            </a:r>
            <a:endParaRPr b="0" i="0" sz="1400" u="none" cap="none" strike="noStrike">
              <a:solidFill>
                <a:srgbClr val="000000"/>
              </a:solidFill>
              <a:latin typeface="Arial"/>
              <a:ea typeface="Arial"/>
              <a:cs typeface="Arial"/>
              <a:sym typeface="Arial"/>
            </a:endParaRPr>
          </a:p>
        </p:txBody>
      </p:sp>
      <p:sp>
        <p:nvSpPr>
          <p:cNvPr id="205" name="Google Shape;205;p27"/>
          <p:cNvSpPr/>
          <p:nvPr/>
        </p:nvSpPr>
        <p:spPr>
          <a:xfrm>
            <a:off x="3721446" y="3836712"/>
            <a:ext cx="2293536" cy="1282640"/>
          </a:xfrm>
          <a:prstGeom prst="cloud">
            <a:avLst/>
          </a:prstGeom>
          <a:solidFill>
            <a:schemeClr val="lt1"/>
          </a:solid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rPr b="1" i="0" lang="en-US" sz="2400" u="none" cap="none" strike="noStrike">
                <a:solidFill>
                  <a:schemeClr val="dk1"/>
                </a:solidFill>
                <a:latin typeface="Calibri"/>
                <a:ea typeface="Calibri"/>
                <a:cs typeface="Calibri"/>
                <a:sym typeface="Calibri"/>
              </a:rPr>
              <a:t>Make Decisions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pic>
        <p:nvPicPr>
          <p:cNvPr id="210" name="Google Shape;210;p28"/>
          <p:cNvPicPr preferRelativeResize="0"/>
          <p:nvPr/>
        </p:nvPicPr>
        <p:blipFill rotWithShape="1">
          <a:blip r:embed="rId3">
            <a:alphaModFix/>
          </a:blip>
          <a:srcRect b="16413" l="8676" r="14535" t="8768"/>
          <a:stretch/>
        </p:blipFill>
        <p:spPr>
          <a:xfrm>
            <a:off x="775725" y="623450"/>
            <a:ext cx="10640552" cy="49063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pic>
        <p:nvPicPr>
          <p:cNvPr id="215" name="Google Shape;215;p29"/>
          <p:cNvPicPr preferRelativeResize="0"/>
          <p:nvPr/>
        </p:nvPicPr>
        <p:blipFill rotWithShape="1">
          <a:blip r:embed="rId3">
            <a:alphaModFix/>
          </a:blip>
          <a:srcRect b="19388" l="7496" r="17527" t="16831"/>
          <a:stretch/>
        </p:blipFill>
        <p:spPr>
          <a:xfrm>
            <a:off x="989125" y="894622"/>
            <a:ext cx="10213748" cy="4887754"/>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30"/>
          <p:cNvSpPr txBox="1"/>
          <p:nvPr>
            <p:ph type="title"/>
          </p:nvPr>
        </p:nvSpPr>
        <p:spPr>
          <a:xfrm>
            <a:off x="685801" y="609600"/>
            <a:ext cx="10131300" cy="14562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SzPts val="1800"/>
              <a:buNone/>
            </a:pPr>
            <a:r>
              <a:t/>
            </a:r>
            <a:endParaRPr/>
          </a:p>
        </p:txBody>
      </p:sp>
      <p:sp>
        <p:nvSpPr>
          <p:cNvPr id="221" name="Google Shape;221;p30"/>
          <p:cNvSpPr txBox="1"/>
          <p:nvPr>
            <p:ph idx="1" type="body"/>
          </p:nvPr>
        </p:nvSpPr>
        <p:spPr>
          <a:xfrm>
            <a:off x="685801" y="2142067"/>
            <a:ext cx="10131300" cy="36492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1000"/>
              </a:spcAft>
              <a:buSzPts val="1800"/>
              <a:buNone/>
            </a:pPr>
            <a:r>
              <a:t/>
            </a:r>
            <a:endParaRPr/>
          </a:p>
        </p:txBody>
      </p:sp>
      <p:pic>
        <p:nvPicPr>
          <p:cNvPr id="222" name="Google Shape;222;p30"/>
          <p:cNvPicPr preferRelativeResize="0"/>
          <p:nvPr/>
        </p:nvPicPr>
        <p:blipFill rotWithShape="1">
          <a:blip r:embed="rId3">
            <a:alphaModFix/>
          </a:blip>
          <a:srcRect b="14977" l="8727" r="8628" t="15519"/>
          <a:stretch/>
        </p:blipFill>
        <p:spPr>
          <a:xfrm>
            <a:off x="553075" y="609600"/>
            <a:ext cx="11246752" cy="532031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pic>
        <p:nvPicPr>
          <p:cNvPr id="227" name="Google Shape;227;p31"/>
          <p:cNvPicPr preferRelativeResize="0"/>
          <p:nvPr/>
        </p:nvPicPr>
        <p:blipFill rotWithShape="1">
          <a:blip r:embed="rId3">
            <a:alphaModFix/>
          </a:blip>
          <a:srcRect b="9825" l="11059" r="10839" t="16567"/>
          <a:stretch/>
        </p:blipFill>
        <p:spPr>
          <a:xfrm>
            <a:off x="563325" y="638538"/>
            <a:ext cx="10528124" cy="558092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pic>
        <p:nvPicPr>
          <p:cNvPr id="232" name="Google Shape;232;p32"/>
          <p:cNvPicPr preferRelativeResize="0"/>
          <p:nvPr/>
        </p:nvPicPr>
        <p:blipFill rotWithShape="1">
          <a:blip r:embed="rId3">
            <a:alphaModFix/>
          </a:blip>
          <a:srcRect b="0" l="0" r="0" t="0"/>
          <a:stretch/>
        </p:blipFill>
        <p:spPr>
          <a:xfrm>
            <a:off x="952008" y="965914"/>
            <a:ext cx="10072307" cy="4979697"/>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pic>
        <p:nvPicPr>
          <p:cNvPr descr="Pin on I, robot" id="237" name="Google Shape;237;p33"/>
          <p:cNvPicPr preferRelativeResize="0"/>
          <p:nvPr/>
        </p:nvPicPr>
        <p:blipFill rotWithShape="1">
          <a:blip r:embed="rId3">
            <a:alphaModFix/>
          </a:blip>
          <a:srcRect b="0" l="0" r="0" t="0"/>
          <a:stretch/>
        </p:blipFill>
        <p:spPr>
          <a:xfrm>
            <a:off x="917249" y="0"/>
            <a:ext cx="10357503" cy="6865545"/>
          </a:xfrm>
          <a:prstGeom prst="rect">
            <a:avLst/>
          </a:prstGeom>
          <a:noFill/>
          <a:ln>
            <a:noFill/>
          </a:ln>
        </p:spPr>
      </p:pic>
      <p:sp>
        <p:nvSpPr>
          <p:cNvPr id="238" name="Google Shape;238;p33"/>
          <p:cNvSpPr txBox="1"/>
          <p:nvPr>
            <p:ph type="title"/>
          </p:nvPr>
        </p:nvSpPr>
        <p:spPr>
          <a:xfrm>
            <a:off x="685800" y="3308581"/>
            <a:ext cx="10131300" cy="1468800"/>
          </a:xfrm>
          <a:prstGeom prst="rect">
            <a:avLst/>
          </a:prstGeom>
          <a:noFill/>
          <a:ln>
            <a:noFill/>
          </a:ln>
        </p:spPr>
        <p:txBody>
          <a:bodyPr anchorCtr="0" anchor="b" bIns="45700" lIns="91425" spcFirstLastPara="1" rIns="91425" wrap="square" tIns="45700">
            <a:noAutofit/>
          </a:bodyPr>
          <a:lstStyle/>
          <a:p>
            <a:pPr indent="0" lvl="0" marL="0" rtl="0" algn="ctr">
              <a:lnSpc>
                <a:spcPct val="90000"/>
              </a:lnSpc>
              <a:spcBef>
                <a:spcPts val="0"/>
              </a:spcBef>
              <a:spcAft>
                <a:spcPts val="0"/>
              </a:spcAft>
              <a:buClr>
                <a:srgbClr val="92D050"/>
              </a:buClr>
              <a:buSzPts val="4800"/>
              <a:buFont typeface="Erica One"/>
              <a:buNone/>
            </a:pPr>
            <a:r>
              <a:rPr lang="en-US"/>
              <a:t>What is AI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p34"/>
          <p:cNvSpPr txBox="1"/>
          <p:nvPr>
            <p:ph type="title"/>
          </p:nvPr>
        </p:nvSpPr>
        <p:spPr>
          <a:xfrm>
            <a:off x="685800" y="458525"/>
            <a:ext cx="6457200" cy="14562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92D050"/>
              </a:buClr>
              <a:buSzPts val="3200"/>
              <a:buFont typeface="Erica One"/>
              <a:buNone/>
            </a:pPr>
            <a:r>
              <a:rPr lang="en-US"/>
              <a:t>AI Definition by John McCarthy</a:t>
            </a:r>
            <a:endParaRPr/>
          </a:p>
        </p:txBody>
      </p:sp>
      <p:sp>
        <p:nvSpPr>
          <p:cNvPr id="245" name="Google Shape;245;p34"/>
          <p:cNvSpPr txBox="1"/>
          <p:nvPr>
            <p:ph idx="1" type="body"/>
          </p:nvPr>
        </p:nvSpPr>
        <p:spPr>
          <a:xfrm>
            <a:off x="685801" y="1914717"/>
            <a:ext cx="10131300" cy="3649200"/>
          </a:xfrm>
          <a:prstGeom prst="rect">
            <a:avLst/>
          </a:prstGeom>
          <a:noFill/>
          <a:ln>
            <a:noFill/>
          </a:ln>
        </p:spPr>
        <p:txBody>
          <a:bodyPr anchorCtr="0" anchor="t" bIns="45700" lIns="91425" spcFirstLastPara="1" rIns="91425" wrap="square" tIns="45700">
            <a:normAutofit/>
          </a:bodyPr>
          <a:lstStyle/>
          <a:p>
            <a:pPr indent="-128587" lvl="0" marL="128587" rtl="0" algn="l">
              <a:lnSpc>
                <a:spcPct val="125000"/>
              </a:lnSpc>
              <a:spcBef>
                <a:spcPts val="0"/>
              </a:spcBef>
              <a:spcAft>
                <a:spcPts val="0"/>
              </a:spcAft>
              <a:buSzPts val="2800"/>
              <a:buChar char="•"/>
            </a:pPr>
            <a:r>
              <a:rPr lang="en-US" sz="2800"/>
              <a:t>What is artificial intelligence?</a:t>
            </a:r>
            <a:endParaRPr sz="2200"/>
          </a:p>
          <a:p>
            <a:pPr indent="0" lvl="0" marL="0" rtl="0" algn="l">
              <a:lnSpc>
                <a:spcPct val="125000"/>
              </a:lnSpc>
              <a:spcBef>
                <a:spcPts val="281"/>
              </a:spcBef>
              <a:spcAft>
                <a:spcPts val="0"/>
              </a:spcAft>
              <a:buNone/>
            </a:pPr>
            <a:r>
              <a:rPr lang="en-US" sz="2500"/>
              <a:t>It is the science and engineering of making intelligent machines, especially intelligent computer programs</a:t>
            </a:r>
            <a:endParaRPr sz="2500"/>
          </a:p>
          <a:p>
            <a:pPr indent="0" lvl="1" marL="385762" rtl="0" algn="l">
              <a:lnSpc>
                <a:spcPct val="125000"/>
              </a:lnSpc>
              <a:spcBef>
                <a:spcPts val="281"/>
              </a:spcBef>
              <a:spcAft>
                <a:spcPts val="1000"/>
              </a:spcAft>
              <a:buClr>
                <a:schemeClr val="dk1"/>
              </a:buClr>
              <a:buSzPts val="3200"/>
              <a:buNone/>
            </a:pPr>
            <a:r>
              <a:t/>
            </a:r>
            <a:endParaRPr sz="2000"/>
          </a:p>
        </p:txBody>
      </p:sp>
      <p:sp>
        <p:nvSpPr>
          <p:cNvPr id="246" name="Google Shape;246;p34"/>
          <p:cNvSpPr/>
          <p:nvPr/>
        </p:nvSpPr>
        <p:spPr>
          <a:xfrm>
            <a:off x="0" y="6172200"/>
            <a:ext cx="12192000" cy="4206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133"/>
              <a:buFont typeface="Calibri"/>
              <a:buNone/>
            </a:pPr>
            <a:r>
              <a:rPr b="0" i="0" lang="en-US" sz="2133" u="none" cap="none" strike="noStrike">
                <a:solidFill>
                  <a:schemeClr val="lt1"/>
                </a:solidFill>
                <a:latin typeface="Calibri"/>
                <a:ea typeface="Calibri"/>
                <a:cs typeface="Calibri"/>
                <a:sym typeface="Calibri"/>
              </a:rPr>
              <a:t>http://www-formal.stanford.edu/jmc/whatisai/whatisai.html</a:t>
            </a:r>
            <a:endParaRPr b="0" i="0" sz="2133" u="none" cap="none" strike="noStrike">
              <a:solidFill>
                <a:schemeClr val="lt1"/>
              </a:solidFill>
              <a:latin typeface="Calibri"/>
              <a:ea typeface="Calibri"/>
              <a:cs typeface="Calibri"/>
              <a:sym typeface="Calibri"/>
            </a:endParaRPr>
          </a:p>
        </p:txBody>
      </p:sp>
      <p:pic>
        <p:nvPicPr>
          <p:cNvPr id="247" name="Google Shape;247;p34"/>
          <p:cNvPicPr preferRelativeResize="0"/>
          <p:nvPr/>
        </p:nvPicPr>
        <p:blipFill rotWithShape="1">
          <a:blip r:embed="rId3">
            <a:alphaModFix/>
          </a:blip>
          <a:srcRect b="-3768" l="-442" r="-454" t="3770"/>
          <a:stretch/>
        </p:blipFill>
        <p:spPr>
          <a:xfrm>
            <a:off x="9830639" y="3577412"/>
            <a:ext cx="2197619" cy="3015391"/>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35"/>
          <p:cNvSpPr txBox="1"/>
          <p:nvPr>
            <p:ph type="title"/>
          </p:nvPr>
        </p:nvSpPr>
        <p:spPr>
          <a:xfrm>
            <a:off x="685801" y="609600"/>
            <a:ext cx="10131300" cy="1456200"/>
          </a:xfrm>
          <a:prstGeom prst="rect">
            <a:avLst/>
          </a:prstGeom>
          <a:noFill/>
          <a:ln>
            <a:noFill/>
          </a:ln>
        </p:spPr>
        <p:txBody>
          <a:bodyPr anchorCtr="0" anchor="ctr" bIns="45700" lIns="91425" spcFirstLastPara="1" rIns="91425" wrap="square" tIns="45700">
            <a:noAutofit/>
          </a:bodyPr>
          <a:lstStyle/>
          <a:p>
            <a:pPr indent="0" lvl="0" marL="0" rtl="0" algn="r">
              <a:lnSpc>
                <a:spcPct val="90000"/>
              </a:lnSpc>
              <a:spcBef>
                <a:spcPts val="0"/>
              </a:spcBef>
              <a:spcAft>
                <a:spcPts val="0"/>
              </a:spcAft>
              <a:buClr>
                <a:srgbClr val="92D050"/>
              </a:buClr>
              <a:buSzPts val="3200"/>
              <a:buFont typeface="Erica One"/>
              <a:buNone/>
            </a:pPr>
            <a:r>
              <a:rPr lang="en-US"/>
              <a:t>AI Definition by John McCarthy</a:t>
            </a:r>
            <a:endParaRPr/>
          </a:p>
        </p:txBody>
      </p:sp>
      <p:sp>
        <p:nvSpPr>
          <p:cNvPr id="254" name="Google Shape;254;p35"/>
          <p:cNvSpPr txBox="1"/>
          <p:nvPr>
            <p:ph idx="1" type="body"/>
          </p:nvPr>
        </p:nvSpPr>
        <p:spPr>
          <a:xfrm>
            <a:off x="685801" y="2142067"/>
            <a:ext cx="10131300" cy="3649200"/>
          </a:xfrm>
          <a:prstGeom prst="rect">
            <a:avLst/>
          </a:prstGeom>
          <a:noFill/>
          <a:ln>
            <a:noFill/>
          </a:ln>
        </p:spPr>
        <p:txBody>
          <a:bodyPr anchorCtr="0" anchor="t" bIns="45700" lIns="91425" spcFirstLastPara="1" rIns="91425" wrap="square" tIns="45700">
            <a:normAutofit/>
          </a:bodyPr>
          <a:lstStyle/>
          <a:p>
            <a:pPr indent="-128587" lvl="0" marL="128587" rtl="0" algn="l">
              <a:lnSpc>
                <a:spcPct val="125000"/>
              </a:lnSpc>
              <a:spcBef>
                <a:spcPts val="0"/>
              </a:spcBef>
              <a:spcAft>
                <a:spcPts val="0"/>
              </a:spcAft>
              <a:buSzPts val="3200"/>
              <a:buChar char="•"/>
            </a:pPr>
            <a:r>
              <a:rPr lang="en-US" sz="3200"/>
              <a:t>What is intelligence</a:t>
            </a:r>
            <a:endParaRPr sz="2600"/>
          </a:p>
          <a:p>
            <a:pPr indent="0" lvl="0" marL="0" rtl="0" algn="l">
              <a:lnSpc>
                <a:spcPct val="125000"/>
              </a:lnSpc>
              <a:spcBef>
                <a:spcPts val="281"/>
              </a:spcBef>
              <a:spcAft>
                <a:spcPts val="1000"/>
              </a:spcAft>
              <a:buNone/>
            </a:pPr>
            <a:r>
              <a:rPr lang="en-US" sz="2400"/>
              <a:t>Intelligence is the computational part of the ability to achieve goals in the world</a:t>
            </a:r>
            <a:endParaRPr sz="2400"/>
          </a:p>
        </p:txBody>
      </p:sp>
      <p:sp>
        <p:nvSpPr>
          <p:cNvPr id="255" name="Google Shape;255;p35"/>
          <p:cNvSpPr/>
          <p:nvPr/>
        </p:nvSpPr>
        <p:spPr>
          <a:xfrm>
            <a:off x="0" y="6172200"/>
            <a:ext cx="12192000" cy="4206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133"/>
              <a:buFont typeface="Calibri"/>
              <a:buNone/>
            </a:pPr>
            <a:r>
              <a:rPr b="0" i="0" lang="en-US" sz="2133" u="none" cap="none" strike="noStrike">
                <a:solidFill>
                  <a:schemeClr val="lt1"/>
                </a:solidFill>
                <a:latin typeface="Calibri"/>
                <a:ea typeface="Calibri"/>
                <a:cs typeface="Calibri"/>
                <a:sym typeface="Calibri"/>
              </a:rPr>
              <a:t>http://www-formal.stanford.edu/jmc/whatisai/whatisai.html</a:t>
            </a:r>
            <a:endParaRPr b="0" i="0" sz="2133" u="none" cap="none" strike="noStrike">
              <a:solidFill>
                <a:schemeClr val="lt1"/>
              </a:solidFill>
              <a:latin typeface="Calibri"/>
              <a:ea typeface="Calibri"/>
              <a:cs typeface="Calibri"/>
              <a:sym typeface="Calibri"/>
            </a:endParaRPr>
          </a:p>
        </p:txBody>
      </p:sp>
      <p:pic>
        <p:nvPicPr>
          <p:cNvPr id="256" name="Google Shape;256;p35"/>
          <p:cNvPicPr preferRelativeResize="0"/>
          <p:nvPr/>
        </p:nvPicPr>
        <p:blipFill rotWithShape="1">
          <a:blip r:embed="rId3">
            <a:alphaModFix/>
          </a:blip>
          <a:srcRect b="17593" l="-442" r="-454" t="0"/>
          <a:stretch/>
        </p:blipFill>
        <p:spPr>
          <a:xfrm>
            <a:off x="9622250" y="3824800"/>
            <a:ext cx="2197600" cy="2120501"/>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36"/>
          <p:cNvSpPr txBox="1"/>
          <p:nvPr>
            <p:ph type="title"/>
          </p:nvPr>
        </p:nvSpPr>
        <p:spPr>
          <a:xfrm>
            <a:off x="685801" y="609600"/>
            <a:ext cx="10131300" cy="14562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92D050"/>
              </a:buClr>
              <a:buSzPts val="3200"/>
              <a:buFont typeface="Erica One"/>
              <a:buNone/>
            </a:pPr>
            <a:r>
              <a:rPr lang="en-US" sz="4000"/>
              <a:t>What is an AI?</a:t>
            </a:r>
            <a:endParaRPr sz="4000"/>
          </a:p>
        </p:txBody>
      </p:sp>
      <p:sp>
        <p:nvSpPr>
          <p:cNvPr id="262" name="Google Shape;262;p36"/>
          <p:cNvSpPr txBox="1"/>
          <p:nvPr>
            <p:ph idx="1" type="body"/>
          </p:nvPr>
        </p:nvSpPr>
        <p:spPr>
          <a:xfrm>
            <a:off x="685800" y="2142075"/>
            <a:ext cx="10946400" cy="4166400"/>
          </a:xfrm>
          <a:prstGeom prst="rect">
            <a:avLst/>
          </a:prstGeom>
          <a:noFill/>
          <a:ln>
            <a:noFill/>
          </a:ln>
        </p:spPr>
        <p:txBody>
          <a:bodyPr anchorCtr="0" anchor="t" bIns="45700" lIns="91425" spcFirstLastPara="1" rIns="91425" wrap="square" tIns="45700">
            <a:noAutofit/>
          </a:bodyPr>
          <a:lstStyle/>
          <a:p>
            <a:pPr indent="0" lvl="0" marL="0" rtl="0" algn="l">
              <a:lnSpc>
                <a:spcPct val="125000"/>
              </a:lnSpc>
              <a:spcBef>
                <a:spcPts val="0"/>
              </a:spcBef>
              <a:spcAft>
                <a:spcPts val="0"/>
              </a:spcAft>
              <a:buNone/>
            </a:pPr>
            <a:r>
              <a:rPr lang="en-US" sz="2700"/>
              <a:t>The study of agents that receive precepts from the environment and perform actions. </a:t>
            </a:r>
            <a:endParaRPr sz="2700"/>
          </a:p>
          <a:p>
            <a:pPr indent="0" lvl="0" marL="128587" rtl="0" algn="l">
              <a:lnSpc>
                <a:spcPct val="125000"/>
              </a:lnSpc>
              <a:spcBef>
                <a:spcPts val="563"/>
              </a:spcBef>
              <a:spcAft>
                <a:spcPts val="0"/>
              </a:spcAft>
              <a:buClr>
                <a:schemeClr val="dk1"/>
              </a:buClr>
              <a:buSzPts val="3200"/>
              <a:buNone/>
            </a:pPr>
            <a:r>
              <a:t/>
            </a:r>
            <a:endParaRPr sz="2700"/>
          </a:p>
          <a:p>
            <a:pPr indent="0" lvl="0" marL="128587" rtl="0" algn="l">
              <a:lnSpc>
                <a:spcPct val="125000"/>
              </a:lnSpc>
              <a:spcBef>
                <a:spcPts val="563"/>
              </a:spcBef>
              <a:spcAft>
                <a:spcPts val="0"/>
              </a:spcAft>
              <a:buClr>
                <a:schemeClr val="dk1"/>
              </a:buClr>
              <a:buSzPts val="3200"/>
              <a:buNone/>
            </a:pPr>
            <a:r>
              <a:t/>
            </a:r>
            <a:endParaRPr sz="2700"/>
          </a:p>
          <a:p>
            <a:pPr indent="0" lvl="0" marL="0" rtl="0" algn="l">
              <a:lnSpc>
                <a:spcPct val="125000"/>
              </a:lnSpc>
              <a:spcBef>
                <a:spcPts val="563"/>
              </a:spcBef>
              <a:spcAft>
                <a:spcPts val="1000"/>
              </a:spcAft>
              <a:buNone/>
            </a:pPr>
            <a:r>
              <a:rPr lang="en-US" sz="2700"/>
              <a:t>Each such agent implements a function that maps percept sequences to actions.</a:t>
            </a:r>
            <a:endParaRPr sz="2700"/>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37"/>
          <p:cNvSpPr txBox="1"/>
          <p:nvPr>
            <p:ph type="title"/>
          </p:nvPr>
        </p:nvSpPr>
        <p:spPr>
          <a:xfrm>
            <a:off x="685801" y="609600"/>
            <a:ext cx="10131300" cy="14562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92D050"/>
              </a:buClr>
              <a:buSzPts val="3200"/>
              <a:buFont typeface="Erica One"/>
              <a:buNone/>
            </a:pPr>
            <a:r>
              <a:rPr lang="en-US" sz="4700"/>
              <a:t>Rationality</a:t>
            </a:r>
            <a:endParaRPr sz="4700"/>
          </a:p>
        </p:txBody>
      </p:sp>
      <p:sp>
        <p:nvSpPr>
          <p:cNvPr id="268" name="Google Shape;268;p37"/>
          <p:cNvSpPr txBox="1"/>
          <p:nvPr>
            <p:ph idx="1" type="body"/>
          </p:nvPr>
        </p:nvSpPr>
        <p:spPr>
          <a:xfrm>
            <a:off x="685800" y="2142076"/>
            <a:ext cx="10927200" cy="4280100"/>
          </a:xfrm>
          <a:prstGeom prst="rect">
            <a:avLst/>
          </a:prstGeom>
          <a:noFill/>
          <a:ln>
            <a:noFill/>
          </a:ln>
        </p:spPr>
        <p:txBody>
          <a:bodyPr anchorCtr="0" anchor="t" bIns="45700" lIns="91425" spcFirstLastPara="1" rIns="91425" wrap="square" tIns="45700">
            <a:noAutofit/>
          </a:bodyPr>
          <a:lstStyle/>
          <a:p>
            <a:pPr indent="-133350" lvl="0" marL="128587" rtl="0" algn="l">
              <a:lnSpc>
                <a:spcPct val="125000"/>
              </a:lnSpc>
              <a:spcBef>
                <a:spcPts val="0"/>
              </a:spcBef>
              <a:spcAft>
                <a:spcPts val="0"/>
              </a:spcAft>
              <a:buSzPts val="2100"/>
              <a:buChar char="•"/>
            </a:pPr>
            <a:r>
              <a:rPr lang="en-US" sz="2500"/>
              <a:t>Maximally achieving pre-defined goals</a:t>
            </a:r>
            <a:endParaRPr sz="2500"/>
          </a:p>
          <a:p>
            <a:pPr indent="-133350" lvl="0" marL="128587" rtl="0" algn="l">
              <a:lnSpc>
                <a:spcPct val="125000"/>
              </a:lnSpc>
              <a:spcBef>
                <a:spcPts val="563"/>
              </a:spcBef>
              <a:spcAft>
                <a:spcPts val="0"/>
              </a:spcAft>
              <a:buSzPts val="2100"/>
              <a:buChar char="•"/>
            </a:pPr>
            <a:r>
              <a:rPr lang="en-US" sz="2500"/>
              <a:t>Rationality only concerns what decisions are made</a:t>
            </a:r>
            <a:endParaRPr sz="2500"/>
          </a:p>
          <a:p>
            <a:pPr indent="-133350" lvl="0" marL="128587" rtl="0" algn="l">
              <a:lnSpc>
                <a:spcPct val="125000"/>
              </a:lnSpc>
              <a:spcBef>
                <a:spcPts val="563"/>
              </a:spcBef>
              <a:spcAft>
                <a:spcPts val="0"/>
              </a:spcAft>
              <a:buSzPts val="2100"/>
              <a:buChar char="•"/>
            </a:pPr>
            <a:r>
              <a:rPr lang="en-US" sz="2500"/>
              <a:t>Goals are expressed in terms of the utility of outcomes</a:t>
            </a:r>
            <a:endParaRPr sz="2500"/>
          </a:p>
          <a:p>
            <a:pPr indent="-14287" lvl="0" marL="128587" rtl="0" algn="l">
              <a:lnSpc>
                <a:spcPct val="125000"/>
              </a:lnSpc>
              <a:spcBef>
                <a:spcPts val="563"/>
              </a:spcBef>
              <a:spcAft>
                <a:spcPts val="1000"/>
              </a:spcAft>
              <a:buSzPts val="1400"/>
              <a:buChar char="•"/>
            </a:pPr>
            <a:r>
              <a:rPr lang="en-US" sz="2500"/>
              <a:t>Maximize </a:t>
            </a:r>
            <a:r>
              <a:rPr b="1" lang="en-US" sz="2600">
                <a:solidFill>
                  <a:srgbClr val="93C47D"/>
                </a:solidFill>
              </a:rPr>
              <a:t>expected </a:t>
            </a:r>
            <a:r>
              <a:rPr lang="en-US" sz="2500"/>
              <a:t>Utility</a:t>
            </a:r>
            <a:endParaRPr sz="2500"/>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38"/>
          <p:cNvSpPr txBox="1"/>
          <p:nvPr>
            <p:ph type="title"/>
          </p:nvPr>
        </p:nvSpPr>
        <p:spPr>
          <a:xfrm>
            <a:off x="685801" y="609600"/>
            <a:ext cx="10131300" cy="1456200"/>
          </a:xfrm>
          <a:prstGeom prst="rect">
            <a:avLst/>
          </a:prstGeom>
          <a:noFill/>
          <a:ln>
            <a:noFill/>
          </a:ln>
        </p:spPr>
        <p:txBody>
          <a:bodyPr anchorCtr="0" anchor="ctr" bIns="45700" lIns="91425" spcFirstLastPara="1" rIns="91425" wrap="square" tIns="45700">
            <a:noAutofit/>
          </a:bodyPr>
          <a:lstStyle/>
          <a:p>
            <a:pPr indent="0" lvl="0" marL="0" rtl="0" algn="r">
              <a:lnSpc>
                <a:spcPct val="90000"/>
              </a:lnSpc>
              <a:spcBef>
                <a:spcPts val="0"/>
              </a:spcBef>
              <a:spcAft>
                <a:spcPts val="0"/>
              </a:spcAft>
              <a:buClr>
                <a:srgbClr val="92D050"/>
              </a:buClr>
              <a:buSzPts val="3200"/>
              <a:buFont typeface="Erica One"/>
              <a:buNone/>
            </a:pPr>
            <a:r>
              <a:rPr lang="en-US" sz="4200"/>
              <a:t>Acting humanly – Turing</a:t>
            </a:r>
            <a:endParaRPr sz="4200"/>
          </a:p>
        </p:txBody>
      </p:sp>
      <p:sp>
        <p:nvSpPr>
          <p:cNvPr id="274" name="Google Shape;274;p38"/>
          <p:cNvSpPr txBox="1"/>
          <p:nvPr>
            <p:ph idx="1" type="body"/>
          </p:nvPr>
        </p:nvSpPr>
        <p:spPr>
          <a:xfrm>
            <a:off x="471300" y="2065801"/>
            <a:ext cx="11249400" cy="3901200"/>
          </a:xfrm>
          <a:prstGeom prst="rect">
            <a:avLst/>
          </a:prstGeom>
          <a:noFill/>
          <a:ln>
            <a:noFill/>
          </a:ln>
        </p:spPr>
        <p:txBody>
          <a:bodyPr anchorCtr="0" anchor="t" bIns="45700" lIns="91425" spcFirstLastPara="1" rIns="91425" wrap="square" tIns="45700">
            <a:normAutofit/>
          </a:bodyPr>
          <a:lstStyle/>
          <a:p>
            <a:pPr indent="-247650" lvl="0" marL="128587" rtl="0" algn="l">
              <a:lnSpc>
                <a:spcPct val="125000"/>
              </a:lnSpc>
              <a:spcBef>
                <a:spcPts val="0"/>
              </a:spcBef>
              <a:spcAft>
                <a:spcPts val="0"/>
              </a:spcAft>
              <a:buSzPts val="3900"/>
              <a:buChar char="•"/>
            </a:pPr>
            <a:r>
              <a:rPr lang="en-US" sz="2500"/>
              <a:t>Turing Test is an operational test for intelligent behavior (Alan Turing, 1950)</a:t>
            </a:r>
            <a:endParaRPr sz="2500"/>
          </a:p>
          <a:p>
            <a:pPr indent="0" lvl="0" marL="128587" rtl="0" algn="l">
              <a:lnSpc>
                <a:spcPct val="125000"/>
              </a:lnSpc>
              <a:spcBef>
                <a:spcPts val="563"/>
              </a:spcBef>
              <a:spcAft>
                <a:spcPts val="0"/>
              </a:spcAft>
              <a:buClr>
                <a:schemeClr val="dk1"/>
              </a:buClr>
              <a:buSzPts val="3200"/>
              <a:buNone/>
            </a:pPr>
            <a:r>
              <a:t/>
            </a:r>
            <a:endParaRPr sz="2500"/>
          </a:p>
          <a:p>
            <a:pPr indent="-247650" lvl="0" marL="128587" rtl="0" algn="l">
              <a:lnSpc>
                <a:spcPct val="125000"/>
              </a:lnSpc>
              <a:spcBef>
                <a:spcPts val="563"/>
              </a:spcBef>
              <a:spcAft>
                <a:spcPts val="1000"/>
              </a:spcAft>
              <a:buSzPts val="3900"/>
              <a:buChar char="•"/>
            </a:pPr>
            <a:r>
              <a:rPr lang="en-US" sz="2500"/>
              <a:t>A computer passes the test if a human interrogator, after posing some written questions, cannot tell whether the written responses come from a person or from a computer. </a:t>
            </a:r>
            <a:br>
              <a:rPr lang="en-US" sz="2500"/>
            </a:br>
            <a:endParaRPr sz="2500"/>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39"/>
          <p:cNvSpPr txBox="1"/>
          <p:nvPr>
            <p:ph type="title"/>
          </p:nvPr>
        </p:nvSpPr>
        <p:spPr>
          <a:xfrm>
            <a:off x="685801" y="609600"/>
            <a:ext cx="10131300" cy="1456200"/>
          </a:xfrm>
          <a:prstGeom prst="rect">
            <a:avLst/>
          </a:prstGeom>
          <a:noFill/>
          <a:ln>
            <a:noFill/>
          </a:ln>
        </p:spPr>
        <p:txBody>
          <a:bodyPr anchorCtr="0" anchor="ctr" bIns="45700" lIns="91425" spcFirstLastPara="1" rIns="91425" wrap="square" tIns="45700">
            <a:noAutofit/>
          </a:bodyPr>
          <a:lstStyle/>
          <a:p>
            <a:pPr indent="0" lvl="0" marL="0" rtl="0" algn="r">
              <a:lnSpc>
                <a:spcPct val="90000"/>
              </a:lnSpc>
              <a:spcBef>
                <a:spcPts val="0"/>
              </a:spcBef>
              <a:spcAft>
                <a:spcPts val="0"/>
              </a:spcAft>
              <a:buClr>
                <a:srgbClr val="92D050"/>
              </a:buClr>
              <a:buSzPts val="3200"/>
              <a:buFont typeface="Erica One"/>
              <a:buNone/>
            </a:pPr>
            <a:r>
              <a:rPr lang="en-US"/>
              <a:t>2. Acting like a Human</a:t>
            </a:r>
            <a:endParaRPr/>
          </a:p>
        </p:txBody>
      </p:sp>
      <p:sp>
        <p:nvSpPr>
          <p:cNvPr id="281" name="Google Shape;281;p39"/>
          <p:cNvSpPr txBox="1"/>
          <p:nvPr/>
        </p:nvSpPr>
        <p:spPr>
          <a:xfrm>
            <a:off x="1200403" y="4473803"/>
            <a:ext cx="9791100" cy="477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omic Sans MS"/>
              <a:buNone/>
            </a:pPr>
            <a:r>
              <a:rPr b="0" i="0" lang="en-US" sz="2500" u="none" cap="none" strike="noStrike">
                <a:solidFill>
                  <a:schemeClr val="lt1"/>
                </a:solidFill>
                <a:latin typeface="Comic Sans MS"/>
                <a:ea typeface="Comic Sans MS"/>
                <a:cs typeface="Comic Sans MS"/>
                <a:sym typeface="Comic Sans MS"/>
              </a:rPr>
              <a:t>Schematic of the Turing test; Alan Turing</a:t>
            </a:r>
            <a:endParaRPr b="0" i="0" sz="2100" u="none" cap="none" strike="noStrike">
              <a:solidFill>
                <a:schemeClr val="lt1"/>
              </a:solidFill>
              <a:latin typeface="Arial"/>
              <a:ea typeface="Arial"/>
              <a:cs typeface="Arial"/>
              <a:sym typeface="Arial"/>
            </a:endParaRPr>
          </a:p>
        </p:txBody>
      </p:sp>
      <p:pic>
        <p:nvPicPr>
          <p:cNvPr descr="turing" id="282" name="Google Shape;282;p39"/>
          <p:cNvPicPr preferRelativeResize="0"/>
          <p:nvPr/>
        </p:nvPicPr>
        <p:blipFill rotWithShape="1">
          <a:blip r:embed="rId3">
            <a:alphaModFix/>
          </a:blip>
          <a:srcRect b="0" l="0" r="0" t="0"/>
          <a:stretch/>
        </p:blipFill>
        <p:spPr>
          <a:xfrm>
            <a:off x="931462" y="916743"/>
            <a:ext cx="9791192" cy="3393650"/>
          </a:xfrm>
          <a:prstGeom prst="rect">
            <a:avLst/>
          </a:prstGeom>
          <a:noFill/>
          <a:ln>
            <a:noFill/>
          </a:ln>
        </p:spPr>
      </p:pic>
      <p:pic>
        <p:nvPicPr>
          <p:cNvPr descr="http://upload.wikimedia.org/wikipedia/en/thumb/c/c8/Alan_Turing_photo.jpg/200px-Alan_Turing_photo.jpg" id="283" name="Google Shape;283;p39"/>
          <p:cNvPicPr preferRelativeResize="0"/>
          <p:nvPr/>
        </p:nvPicPr>
        <p:blipFill rotWithShape="1">
          <a:blip r:embed="rId4">
            <a:alphaModFix/>
          </a:blip>
          <a:srcRect b="0" l="0" r="0" t="0"/>
          <a:stretch/>
        </p:blipFill>
        <p:spPr>
          <a:xfrm>
            <a:off x="10388338" y="4658469"/>
            <a:ext cx="1799653" cy="2249566"/>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40"/>
          <p:cNvSpPr txBox="1"/>
          <p:nvPr>
            <p:ph type="title"/>
          </p:nvPr>
        </p:nvSpPr>
        <p:spPr>
          <a:xfrm>
            <a:off x="780526" y="173875"/>
            <a:ext cx="10131300" cy="14562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92D050"/>
              </a:buClr>
              <a:buSzPts val="3200"/>
              <a:buFont typeface="Erica One"/>
              <a:buNone/>
            </a:pPr>
            <a:r>
              <a:rPr b="1" lang="en-US"/>
              <a:t>Acting humanly – Turing</a:t>
            </a:r>
            <a:endParaRPr b="1"/>
          </a:p>
        </p:txBody>
      </p:sp>
      <p:sp>
        <p:nvSpPr>
          <p:cNvPr id="289" name="Google Shape;289;p40"/>
          <p:cNvSpPr txBox="1"/>
          <p:nvPr>
            <p:ph idx="1" type="body"/>
          </p:nvPr>
        </p:nvSpPr>
        <p:spPr>
          <a:xfrm>
            <a:off x="405000" y="1346400"/>
            <a:ext cx="11382000" cy="4943400"/>
          </a:xfrm>
          <a:prstGeom prst="rect">
            <a:avLst/>
          </a:prstGeom>
          <a:noFill/>
          <a:ln>
            <a:noFill/>
          </a:ln>
        </p:spPr>
        <p:txBody>
          <a:bodyPr anchorCtr="0" anchor="t" bIns="45700" lIns="91425" spcFirstLastPara="1" rIns="91425" wrap="square" tIns="45700">
            <a:noAutofit/>
          </a:bodyPr>
          <a:lstStyle/>
          <a:p>
            <a:pPr indent="0" lvl="0" marL="0" rtl="0" algn="l">
              <a:lnSpc>
                <a:spcPct val="125000"/>
              </a:lnSpc>
              <a:spcBef>
                <a:spcPts val="0"/>
              </a:spcBef>
              <a:spcAft>
                <a:spcPts val="0"/>
              </a:spcAft>
              <a:buClr>
                <a:schemeClr val="dk1"/>
              </a:buClr>
              <a:buSzPts val="1750"/>
              <a:buNone/>
            </a:pPr>
            <a:r>
              <a:rPr lang="en-US" sz="2550"/>
              <a:t>Requirement: Language, knowledge, reasoning, learning</a:t>
            </a:r>
            <a:endParaRPr sz="1925"/>
          </a:p>
          <a:p>
            <a:pPr indent="-283210" lvl="0" marL="285750" rtl="0" algn="l">
              <a:lnSpc>
                <a:spcPct val="125000"/>
              </a:lnSpc>
              <a:spcBef>
                <a:spcPts val="563"/>
              </a:spcBef>
              <a:spcAft>
                <a:spcPts val="0"/>
              </a:spcAft>
              <a:buClr>
                <a:srgbClr val="66FF33"/>
              </a:buClr>
              <a:buSzPts val="2550"/>
              <a:buChar char="•"/>
            </a:pPr>
            <a:r>
              <a:rPr b="1" lang="en-US" sz="2550">
                <a:solidFill>
                  <a:srgbClr val="92D050"/>
                </a:solidFill>
              </a:rPr>
              <a:t>Natural language processing </a:t>
            </a:r>
            <a:r>
              <a:rPr lang="en-US" sz="2550"/>
              <a:t>to enable it to communicate successfully in English or any other language; </a:t>
            </a:r>
            <a:endParaRPr sz="2550"/>
          </a:p>
          <a:p>
            <a:pPr indent="-283210" lvl="0" marL="285750" rtl="0" algn="l">
              <a:lnSpc>
                <a:spcPct val="125000"/>
              </a:lnSpc>
              <a:spcBef>
                <a:spcPts val="563"/>
              </a:spcBef>
              <a:spcAft>
                <a:spcPts val="0"/>
              </a:spcAft>
              <a:buClr>
                <a:srgbClr val="66FF33"/>
              </a:buClr>
              <a:buSzPts val="2550"/>
              <a:buChar char="•"/>
            </a:pPr>
            <a:r>
              <a:rPr b="1" lang="en-US" sz="2550">
                <a:solidFill>
                  <a:srgbClr val="92D050"/>
                </a:solidFill>
              </a:rPr>
              <a:t>Knowledge representation</a:t>
            </a:r>
            <a:r>
              <a:rPr b="1" lang="en-US" sz="2550">
                <a:solidFill>
                  <a:srgbClr val="66FF33"/>
                </a:solidFill>
              </a:rPr>
              <a:t> </a:t>
            </a:r>
            <a:r>
              <a:rPr lang="en-US" sz="2550"/>
              <a:t>to store what it knows or hears; </a:t>
            </a:r>
            <a:endParaRPr sz="2550"/>
          </a:p>
          <a:p>
            <a:pPr indent="-283210" lvl="0" marL="285750" rtl="0" algn="l">
              <a:lnSpc>
                <a:spcPct val="125000"/>
              </a:lnSpc>
              <a:spcBef>
                <a:spcPts val="563"/>
              </a:spcBef>
              <a:spcAft>
                <a:spcPts val="0"/>
              </a:spcAft>
              <a:buClr>
                <a:srgbClr val="66FF33"/>
              </a:buClr>
              <a:buSzPts val="2550"/>
              <a:buChar char="•"/>
            </a:pPr>
            <a:r>
              <a:rPr b="1" lang="en-US" sz="2550">
                <a:solidFill>
                  <a:srgbClr val="92D050"/>
                </a:solidFill>
              </a:rPr>
              <a:t>Automated reasoning</a:t>
            </a:r>
            <a:r>
              <a:rPr b="1" lang="en-US" sz="2550">
                <a:solidFill>
                  <a:srgbClr val="66FF33"/>
                </a:solidFill>
              </a:rPr>
              <a:t> </a:t>
            </a:r>
            <a:r>
              <a:rPr lang="en-US" sz="2550"/>
              <a:t>to use the stored information to answer questions and to draw new conclusions; </a:t>
            </a:r>
            <a:endParaRPr sz="2550"/>
          </a:p>
          <a:p>
            <a:pPr indent="-283210" lvl="0" marL="285750" rtl="0" algn="l">
              <a:lnSpc>
                <a:spcPct val="125000"/>
              </a:lnSpc>
              <a:spcBef>
                <a:spcPts val="563"/>
              </a:spcBef>
              <a:spcAft>
                <a:spcPts val="1000"/>
              </a:spcAft>
              <a:buClr>
                <a:srgbClr val="66FF33"/>
              </a:buClr>
              <a:buSzPts val="2550"/>
              <a:buChar char="•"/>
            </a:pPr>
            <a:r>
              <a:rPr b="1" lang="en-US" sz="2550">
                <a:solidFill>
                  <a:srgbClr val="92D050"/>
                </a:solidFill>
              </a:rPr>
              <a:t>Machine learning</a:t>
            </a:r>
            <a:r>
              <a:rPr b="1" lang="en-US" sz="2550">
                <a:solidFill>
                  <a:srgbClr val="66FF33"/>
                </a:solidFill>
              </a:rPr>
              <a:t> </a:t>
            </a:r>
            <a:r>
              <a:rPr lang="en-US" sz="2550"/>
              <a:t>to adapt to new circumstances and to detect and extrapolate patterns.</a:t>
            </a:r>
            <a:endParaRPr sz="1925"/>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sp>
        <p:nvSpPr>
          <p:cNvPr id="294" name="Google Shape;294;p41"/>
          <p:cNvSpPr txBox="1"/>
          <p:nvPr>
            <p:ph type="title"/>
          </p:nvPr>
        </p:nvSpPr>
        <p:spPr>
          <a:xfrm>
            <a:off x="837351" y="382250"/>
            <a:ext cx="10131300" cy="14562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92D050"/>
              </a:buClr>
              <a:buSzPts val="3200"/>
              <a:buFont typeface="Erica One"/>
              <a:buNone/>
            </a:pPr>
            <a:r>
              <a:rPr b="1" lang="en-US" sz="4000"/>
              <a:t>Thinking humanly</a:t>
            </a:r>
            <a:endParaRPr b="1" sz="4000"/>
          </a:p>
        </p:txBody>
      </p:sp>
      <p:sp>
        <p:nvSpPr>
          <p:cNvPr id="295" name="Google Shape;295;p41"/>
          <p:cNvSpPr txBox="1"/>
          <p:nvPr>
            <p:ph idx="1" type="body"/>
          </p:nvPr>
        </p:nvSpPr>
        <p:spPr>
          <a:xfrm>
            <a:off x="727050" y="1623632"/>
            <a:ext cx="10867200" cy="48186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SzPts val="1800"/>
              <a:buNone/>
            </a:pPr>
            <a:r>
              <a:rPr lang="en-US" sz="3100"/>
              <a:t>How do we think?</a:t>
            </a:r>
            <a:endParaRPr sz="3100"/>
          </a:p>
          <a:p>
            <a:pPr indent="0" lvl="0" marL="0" rtl="0" algn="l">
              <a:lnSpc>
                <a:spcPct val="115000"/>
              </a:lnSpc>
              <a:spcBef>
                <a:spcPts val="281"/>
              </a:spcBef>
              <a:spcAft>
                <a:spcPts val="0"/>
              </a:spcAft>
              <a:buSzPts val="1800"/>
              <a:buNone/>
            </a:pPr>
            <a:r>
              <a:rPr b="1" lang="en-US" sz="2900">
                <a:solidFill>
                  <a:srgbClr val="92D050"/>
                </a:solidFill>
              </a:rPr>
              <a:t>Introspection:</a:t>
            </a:r>
            <a:r>
              <a:rPr b="1" lang="en-US" sz="2900">
                <a:solidFill>
                  <a:srgbClr val="66FF33"/>
                </a:solidFill>
              </a:rPr>
              <a:t> </a:t>
            </a:r>
            <a:r>
              <a:rPr lang="en-US" sz="2900"/>
              <a:t>trying to catch our own thoughts as they go by; </a:t>
            </a:r>
            <a:endParaRPr sz="2900"/>
          </a:p>
          <a:p>
            <a:pPr indent="0" lvl="0" marL="0" rtl="0" algn="l">
              <a:lnSpc>
                <a:spcPct val="115000"/>
              </a:lnSpc>
              <a:spcBef>
                <a:spcPts val="281"/>
              </a:spcBef>
              <a:spcAft>
                <a:spcPts val="0"/>
              </a:spcAft>
              <a:buSzPts val="1800"/>
              <a:buNone/>
            </a:pPr>
            <a:r>
              <a:rPr b="1" lang="en-US" sz="2900">
                <a:solidFill>
                  <a:srgbClr val="92D050"/>
                </a:solidFill>
              </a:rPr>
              <a:t>Psychological Experimentation: </a:t>
            </a:r>
            <a:r>
              <a:rPr lang="en-US" sz="2900"/>
              <a:t>observing a person in action</a:t>
            </a:r>
            <a:endParaRPr sz="2900"/>
          </a:p>
          <a:p>
            <a:pPr indent="0" lvl="0" marL="0" rtl="0" algn="l">
              <a:lnSpc>
                <a:spcPct val="115000"/>
              </a:lnSpc>
              <a:spcBef>
                <a:spcPts val="281"/>
              </a:spcBef>
              <a:spcAft>
                <a:spcPts val="0"/>
              </a:spcAft>
              <a:buSzPts val="1800"/>
              <a:buNone/>
            </a:pPr>
            <a:r>
              <a:rPr b="1" lang="en-US" sz="2900">
                <a:solidFill>
                  <a:srgbClr val="92D050"/>
                </a:solidFill>
              </a:rPr>
              <a:t>Brain imaging: </a:t>
            </a:r>
            <a:r>
              <a:rPr lang="en-US" sz="2900"/>
              <a:t>observing the brain in action. </a:t>
            </a:r>
            <a:endParaRPr sz="2900"/>
          </a:p>
          <a:p>
            <a:pPr indent="0" lvl="1" marL="385762" rtl="0" algn="l">
              <a:lnSpc>
                <a:spcPct val="115000"/>
              </a:lnSpc>
              <a:spcBef>
                <a:spcPts val="281"/>
              </a:spcBef>
              <a:spcAft>
                <a:spcPts val="0"/>
              </a:spcAft>
              <a:buClr>
                <a:schemeClr val="dk1"/>
              </a:buClr>
              <a:buSzPts val="3200"/>
              <a:buNone/>
            </a:pPr>
            <a:r>
              <a:t/>
            </a:r>
            <a:endParaRPr sz="2900"/>
          </a:p>
          <a:p>
            <a:pPr indent="0" lvl="1" marL="0" rtl="0" algn="l">
              <a:lnSpc>
                <a:spcPct val="115000"/>
              </a:lnSpc>
              <a:spcBef>
                <a:spcPts val="281"/>
              </a:spcBef>
              <a:spcAft>
                <a:spcPts val="0"/>
              </a:spcAft>
              <a:buClr>
                <a:schemeClr val="dk1"/>
              </a:buClr>
              <a:buSzPts val="3200"/>
              <a:buNone/>
            </a:pPr>
            <a:r>
              <a:rPr lang="en-US" sz="2900"/>
              <a:t>Once we know sufficiently with precision how we think , we can write a computer program to do this</a:t>
            </a:r>
            <a:endParaRPr sz="2900"/>
          </a:p>
          <a:p>
            <a:pPr indent="0" lvl="1" marL="385762" rtl="0" algn="l">
              <a:lnSpc>
                <a:spcPct val="115000"/>
              </a:lnSpc>
              <a:spcBef>
                <a:spcPts val="281"/>
              </a:spcBef>
              <a:spcAft>
                <a:spcPts val="1000"/>
              </a:spcAft>
              <a:buClr>
                <a:schemeClr val="dk1"/>
              </a:buClr>
              <a:buSzPts val="3200"/>
              <a:buNone/>
            </a:pPr>
            <a:r>
              <a:t/>
            </a:r>
            <a:endParaRPr sz="2900"/>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sp>
        <p:nvSpPr>
          <p:cNvPr id="300" name="Google Shape;300;p42"/>
          <p:cNvSpPr txBox="1"/>
          <p:nvPr>
            <p:ph type="title"/>
          </p:nvPr>
        </p:nvSpPr>
        <p:spPr>
          <a:xfrm>
            <a:off x="685801" y="609600"/>
            <a:ext cx="10131300" cy="14562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92D050"/>
              </a:buClr>
              <a:buSzPts val="3200"/>
              <a:buFont typeface="Erica One"/>
              <a:buNone/>
            </a:pPr>
            <a:r>
              <a:rPr lang="en-US" sz="4300"/>
              <a:t>Acting Rationally</a:t>
            </a:r>
            <a:endParaRPr sz="4300"/>
          </a:p>
        </p:txBody>
      </p:sp>
      <p:sp>
        <p:nvSpPr>
          <p:cNvPr id="301" name="Google Shape;301;p42"/>
          <p:cNvSpPr txBox="1"/>
          <p:nvPr>
            <p:ph idx="1" type="body"/>
          </p:nvPr>
        </p:nvSpPr>
        <p:spPr>
          <a:xfrm>
            <a:off x="685801" y="2142067"/>
            <a:ext cx="10131300" cy="3649200"/>
          </a:xfrm>
          <a:prstGeom prst="rect">
            <a:avLst/>
          </a:prstGeom>
          <a:noFill/>
          <a:ln>
            <a:noFill/>
          </a:ln>
        </p:spPr>
        <p:txBody>
          <a:bodyPr anchorCtr="0" anchor="t" bIns="45700" lIns="91425" spcFirstLastPara="1" rIns="91425" wrap="square" tIns="45700">
            <a:noAutofit/>
          </a:bodyPr>
          <a:lstStyle/>
          <a:p>
            <a:pPr indent="-260350" lvl="0" marL="128587" rtl="0" algn="l">
              <a:lnSpc>
                <a:spcPct val="125000"/>
              </a:lnSpc>
              <a:spcBef>
                <a:spcPts val="0"/>
              </a:spcBef>
              <a:spcAft>
                <a:spcPts val="0"/>
              </a:spcAft>
              <a:buSzPts val="4100"/>
              <a:buChar char="•"/>
            </a:pPr>
            <a:r>
              <a:rPr lang="en-US" sz="2700"/>
              <a:t> Rational Agent</a:t>
            </a:r>
            <a:endParaRPr sz="2700"/>
          </a:p>
          <a:p>
            <a:pPr indent="0" lvl="0" marL="457200" rtl="0" algn="l">
              <a:lnSpc>
                <a:spcPct val="125000"/>
              </a:lnSpc>
              <a:spcBef>
                <a:spcPts val="0"/>
              </a:spcBef>
              <a:spcAft>
                <a:spcPts val="0"/>
              </a:spcAft>
              <a:buNone/>
            </a:pPr>
            <a:r>
              <a:rPr lang="en-US" sz="2500"/>
              <a:t>acts to achieve the best expected outcomes.</a:t>
            </a:r>
            <a:endParaRPr sz="2500"/>
          </a:p>
          <a:p>
            <a:pPr indent="0" lvl="1" marL="385762" rtl="0" algn="l">
              <a:lnSpc>
                <a:spcPct val="125000"/>
              </a:lnSpc>
              <a:spcBef>
                <a:spcPts val="281"/>
              </a:spcBef>
              <a:spcAft>
                <a:spcPts val="0"/>
              </a:spcAft>
              <a:buClr>
                <a:schemeClr val="dk1"/>
              </a:buClr>
              <a:buSzPts val="3200"/>
              <a:buNone/>
            </a:pPr>
            <a:r>
              <a:t/>
            </a:r>
            <a:endParaRPr sz="2500"/>
          </a:p>
          <a:p>
            <a:pPr indent="-260350" lvl="0" marL="128587" rtl="0" algn="l">
              <a:lnSpc>
                <a:spcPct val="125000"/>
              </a:lnSpc>
              <a:spcBef>
                <a:spcPts val="563"/>
              </a:spcBef>
              <a:spcAft>
                <a:spcPts val="0"/>
              </a:spcAft>
              <a:buSzPts val="4100"/>
              <a:buChar char="•"/>
            </a:pPr>
            <a:r>
              <a:rPr lang="en-US" sz="2700"/>
              <a:t>An agent is just something that acts.</a:t>
            </a:r>
            <a:endParaRPr sz="2700"/>
          </a:p>
          <a:p>
            <a:pPr indent="0" lvl="0" marL="457200" rtl="0" algn="l">
              <a:lnSpc>
                <a:spcPct val="125000"/>
              </a:lnSpc>
              <a:spcBef>
                <a:spcPts val="563"/>
              </a:spcBef>
              <a:spcAft>
                <a:spcPts val="0"/>
              </a:spcAft>
              <a:buNone/>
            </a:pPr>
            <a:r>
              <a:rPr lang="en-US" sz="2700"/>
              <a:t>Computer programs are agents?</a:t>
            </a:r>
            <a:endParaRPr sz="2700"/>
          </a:p>
          <a:p>
            <a:pPr indent="0" lvl="0" marL="128587" rtl="0" algn="l">
              <a:lnSpc>
                <a:spcPct val="125000"/>
              </a:lnSpc>
              <a:spcBef>
                <a:spcPts val="563"/>
              </a:spcBef>
              <a:spcAft>
                <a:spcPts val="1000"/>
              </a:spcAft>
              <a:buClr>
                <a:schemeClr val="dk1"/>
              </a:buClr>
              <a:buSzPts val="3200"/>
              <a:buNone/>
            </a:pPr>
            <a:r>
              <a:t/>
            </a:r>
            <a:endParaRPr sz="2700"/>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p43"/>
          <p:cNvSpPr txBox="1"/>
          <p:nvPr>
            <p:ph type="title"/>
          </p:nvPr>
        </p:nvSpPr>
        <p:spPr>
          <a:xfrm>
            <a:off x="685801" y="609600"/>
            <a:ext cx="10131300" cy="14562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92D050"/>
              </a:buClr>
              <a:buSzPts val="3200"/>
              <a:buFont typeface="Erica One"/>
              <a:buNone/>
            </a:pPr>
            <a:r>
              <a:rPr b="1" lang="en-US" sz="4500"/>
              <a:t>Marvel of AI </a:t>
            </a:r>
            <a:endParaRPr b="1" sz="4500"/>
          </a:p>
        </p:txBody>
      </p:sp>
      <p:sp>
        <p:nvSpPr>
          <p:cNvPr id="307" name="Google Shape;307;p43"/>
          <p:cNvSpPr txBox="1"/>
          <p:nvPr>
            <p:ph idx="1" type="body"/>
          </p:nvPr>
        </p:nvSpPr>
        <p:spPr>
          <a:xfrm>
            <a:off x="685801" y="2142067"/>
            <a:ext cx="10131300" cy="3649200"/>
          </a:xfrm>
          <a:prstGeom prst="rect">
            <a:avLst/>
          </a:prstGeom>
          <a:noFill/>
          <a:ln>
            <a:noFill/>
          </a:ln>
        </p:spPr>
        <p:txBody>
          <a:bodyPr anchorCtr="0" anchor="t" bIns="45700" lIns="91425" spcFirstLastPara="1" rIns="91425" wrap="square" tIns="45700">
            <a:normAutofit/>
          </a:bodyPr>
          <a:lstStyle/>
          <a:p>
            <a:pPr indent="-273050" lvl="0" marL="128587" rtl="0" algn="l">
              <a:lnSpc>
                <a:spcPct val="125000"/>
              </a:lnSpc>
              <a:spcBef>
                <a:spcPts val="0"/>
              </a:spcBef>
              <a:spcAft>
                <a:spcPts val="0"/>
              </a:spcAft>
              <a:buSzPts val="4300"/>
              <a:buChar char="•"/>
            </a:pPr>
            <a:r>
              <a:rPr lang="en-US" sz="2900"/>
              <a:t> ChatGPT:  is a chatbot launched by OpenAI in November 2022. </a:t>
            </a:r>
            <a:endParaRPr sz="2900"/>
          </a:p>
          <a:p>
            <a:pPr indent="-273050" lvl="0" marL="128587" rtl="0" algn="l">
              <a:lnSpc>
                <a:spcPct val="125000"/>
              </a:lnSpc>
              <a:spcBef>
                <a:spcPts val="563"/>
              </a:spcBef>
              <a:spcAft>
                <a:spcPts val="1000"/>
              </a:spcAft>
              <a:buSzPts val="4300"/>
              <a:buChar char="•"/>
            </a:pPr>
            <a:r>
              <a:rPr lang="en-US" sz="2900"/>
              <a:t> Use ChatGPT and Express your thoughts whether the chatbot will pass the Turing Test. </a:t>
            </a:r>
            <a:endParaRPr sz="2900"/>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1" name="Shape 311"/>
        <p:cNvGrpSpPr/>
        <p:nvPr/>
      </p:nvGrpSpPr>
      <p:grpSpPr>
        <a:xfrm>
          <a:off x="0" y="0"/>
          <a:ext cx="0" cy="0"/>
          <a:chOff x="0" y="0"/>
          <a:chExt cx="0" cy="0"/>
        </a:xfrm>
      </p:grpSpPr>
      <p:sp>
        <p:nvSpPr>
          <p:cNvPr id="312" name="Google Shape;312;p44"/>
          <p:cNvSpPr txBox="1"/>
          <p:nvPr>
            <p:ph type="title"/>
          </p:nvPr>
        </p:nvSpPr>
        <p:spPr>
          <a:xfrm>
            <a:off x="685863" y="250373"/>
            <a:ext cx="10131300" cy="10554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rgbClr val="FFFF00"/>
              </a:buClr>
              <a:buSzPts val="3600"/>
              <a:buFont typeface="Verdana"/>
              <a:buNone/>
            </a:pPr>
            <a:r>
              <a:rPr b="1" lang="en-US">
                <a:solidFill>
                  <a:srgbClr val="FFD966"/>
                </a:solidFill>
                <a:latin typeface="Verdana"/>
                <a:ea typeface="Verdana"/>
                <a:cs typeface="Verdana"/>
                <a:sym typeface="Verdana"/>
              </a:rPr>
              <a:t>HISTORY OF AI</a:t>
            </a:r>
            <a:endParaRPr>
              <a:solidFill>
                <a:srgbClr val="FFD966"/>
              </a:solidFill>
            </a:endParaRPr>
          </a:p>
        </p:txBody>
      </p:sp>
      <p:sp>
        <p:nvSpPr>
          <p:cNvPr id="313" name="Google Shape;313;p44"/>
          <p:cNvSpPr txBox="1"/>
          <p:nvPr>
            <p:ph idx="1" type="body"/>
          </p:nvPr>
        </p:nvSpPr>
        <p:spPr>
          <a:xfrm>
            <a:off x="685800" y="1223500"/>
            <a:ext cx="11060100" cy="5241600"/>
          </a:xfrm>
          <a:prstGeom prst="rect">
            <a:avLst/>
          </a:prstGeom>
          <a:noFill/>
          <a:ln>
            <a:noFill/>
          </a:ln>
        </p:spPr>
        <p:txBody>
          <a:bodyPr anchorCtr="0" anchor="ctr" bIns="45700" lIns="91425" spcFirstLastPara="1" rIns="91425" wrap="square" tIns="45700">
            <a:normAutofit lnSpcReduction="10000"/>
          </a:bodyPr>
          <a:lstStyle/>
          <a:p>
            <a:pPr indent="0" lvl="0" marL="0" rtl="0" algn="l">
              <a:lnSpc>
                <a:spcPct val="100000"/>
              </a:lnSpc>
              <a:spcBef>
                <a:spcPts val="0"/>
              </a:spcBef>
              <a:spcAft>
                <a:spcPts val="0"/>
              </a:spcAft>
              <a:buClr>
                <a:schemeClr val="dk1"/>
              </a:buClr>
              <a:buSzPts val="1100"/>
              <a:buFont typeface="Arial"/>
              <a:buNone/>
            </a:pPr>
            <a:r>
              <a:rPr b="1" lang="en-US">
                <a:latin typeface="Arial"/>
                <a:ea typeface="Arial"/>
                <a:cs typeface="Arial"/>
                <a:sym typeface="Arial"/>
              </a:rPr>
              <a:t>Early Beginnings (1940s–1950s)</a:t>
            </a:r>
            <a:r>
              <a:rPr lang="en-US">
                <a:latin typeface="Arial"/>
                <a:ea typeface="Arial"/>
                <a:cs typeface="Arial"/>
                <a:sym typeface="Arial"/>
              </a:rPr>
              <a:t>:</a:t>
            </a:r>
            <a:endParaRPr>
              <a:latin typeface="Arial"/>
              <a:ea typeface="Arial"/>
              <a:cs typeface="Arial"/>
              <a:sym typeface="Arial"/>
            </a:endParaRPr>
          </a:p>
          <a:p>
            <a:pPr indent="-342900" lvl="0" marL="457200" rtl="0" algn="l">
              <a:lnSpc>
                <a:spcPct val="115000"/>
              </a:lnSpc>
              <a:spcBef>
                <a:spcPts val="1200"/>
              </a:spcBef>
              <a:spcAft>
                <a:spcPts val="0"/>
              </a:spcAft>
              <a:buClr>
                <a:schemeClr val="lt1"/>
              </a:buClr>
              <a:buSzPts val="1800"/>
              <a:buChar char="●"/>
            </a:pPr>
            <a:r>
              <a:rPr lang="en-US">
                <a:latin typeface="Arial"/>
                <a:ea typeface="Arial"/>
                <a:cs typeface="Arial"/>
                <a:sym typeface="Arial"/>
              </a:rPr>
              <a:t>AI was inspired by the idea of building machines that think like humans.</a:t>
            </a:r>
            <a:endParaRPr>
              <a:latin typeface="Arial"/>
              <a:ea typeface="Arial"/>
              <a:cs typeface="Arial"/>
              <a:sym typeface="Arial"/>
            </a:endParaRPr>
          </a:p>
          <a:p>
            <a:pPr indent="0" lvl="0" marL="0" rtl="0" algn="l">
              <a:lnSpc>
                <a:spcPct val="115000"/>
              </a:lnSpc>
              <a:spcBef>
                <a:spcPts val="1200"/>
              </a:spcBef>
              <a:spcAft>
                <a:spcPts val="0"/>
              </a:spcAft>
              <a:buSzPts val="1800"/>
              <a:buNone/>
            </a:pPr>
            <a:r>
              <a:rPr b="1" lang="en-US">
                <a:latin typeface="Arial"/>
                <a:ea typeface="Arial"/>
                <a:cs typeface="Arial"/>
                <a:sym typeface="Arial"/>
              </a:rPr>
              <a:t>Symbolic AI and Reasoning (1950s–1970s)</a:t>
            </a:r>
            <a:r>
              <a:rPr lang="en-US">
                <a:latin typeface="Arial"/>
                <a:ea typeface="Arial"/>
                <a:cs typeface="Arial"/>
                <a:sym typeface="Arial"/>
              </a:rPr>
              <a:t>:</a:t>
            </a:r>
            <a:endParaRPr>
              <a:latin typeface="Arial"/>
              <a:ea typeface="Arial"/>
              <a:cs typeface="Arial"/>
              <a:sym typeface="Arial"/>
            </a:endParaRPr>
          </a:p>
          <a:p>
            <a:pPr indent="-342900" lvl="0" marL="457200" rtl="0" algn="l">
              <a:lnSpc>
                <a:spcPct val="115000"/>
              </a:lnSpc>
              <a:spcBef>
                <a:spcPts val="1200"/>
              </a:spcBef>
              <a:spcAft>
                <a:spcPts val="0"/>
              </a:spcAft>
              <a:buClr>
                <a:schemeClr val="lt1"/>
              </a:buClr>
              <a:buSzPts val="1800"/>
              <a:buChar char="●"/>
            </a:pPr>
            <a:r>
              <a:rPr lang="en-US">
                <a:latin typeface="Arial"/>
                <a:ea typeface="Arial"/>
                <a:cs typeface="Arial"/>
                <a:sym typeface="Arial"/>
              </a:rPr>
              <a:t>AI researchers developed systems using rules and logic for tasks like problem-solving and theorem proving. Early successes included chess-playing programs and expert systems.</a:t>
            </a:r>
            <a:endParaRPr>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b="1" lang="en-US">
                <a:latin typeface="Arial"/>
                <a:ea typeface="Arial"/>
                <a:cs typeface="Arial"/>
                <a:sym typeface="Arial"/>
              </a:rPr>
              <a:t>Challenges and AI Winter (1970s–1980s)</a:t>
            </a:r>
            <a:r>
              <a:rPr lang="en-US">
                <a:latin typeface="Arial"/>
                <a:ea typeface="Arial"/>
                <a:cs typeface="Arial"/>
                <a:sym typeface="Arial"/>
              </a:rPr>
              <a:t>:</a:t>
            </a:r>
            <a:endParaRPr>
              <a:latin typeface="Arial"/>
              <a:ea typeface="Arial"/>
              <a:cs typeface="Arial"/>
              <a:sym typeface="Arial"/>
            </a:endParaRPr>
          </a:p>
          <a:p>
            <a:pPr indent="-342900" lvl="0" marL="457200" rtl="0" algn="l">
              <a:lnSpc>
                <a:spcPct val="115000"/>
              </a:lnSpc>
              <a:spcBef>
                <a:spcPts val="1200"/>
              </a:spcBef>
              <a:spcAft>
                <a:spcPts val="0"/>
              </a:spcAft>
              <a:buClr>
                <a:schemeClr val="lt1"/>
              </a:buClr>
              <a:buSzPts val="1800"/>
              <a:buChar char="●"/>
            </a:pPr>
            <a:r>
              <a:rPr lang="en-US">
                <a:latin typeface="Arial"/>
                <a:ea typeface="Arial"/>
                <a:cs typeface="Arial"/>
                <a:sym typeface="Arial"/>
              </a:rPr>
              <a:t>Progress slowed due to limited computing power, expensive hardware, and overly ambitious goals, leading to reduced funding and interest (AI winter).</a:t>
            </a:r>
            <a:endParaRPr>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b="1" lang="en-US">
                <a:latin typeface="Arial"/>
                <a:ea typeface="Arial"/>
                <a:cs typeface="Arial"/>
                <a:sym typeface="Arial"/>
              </a:rPr>
              <a:t>Machine Learning Rise (1990s)</a:t>
            </a:r>
            <a:r>
              <a:rPr lang="en-US">
                <a:latin typeface="Arial"/>
                <a:ea typeface="Arial"/>
                <a:cs typeface="Arial"/>
                <a:sym typeface="Arial"/>
              </a:rPr>
              <a:t>:</a:t>
            </a:r>
            <a:endParaRPr>
              <a:latin typeface="Arial"/>
              <a:ea typeface="Arial"/>
              <a:cs typeface="Arial"/>
              <a:sym typeface="Arial"/>
            </a:endParaRPr>
          </a:p>
          <a:p>
            <a:pPr indent="-342900" lvl="0" marL="457200" rtl="0" algn="l">
              <a:lnSpc>
                <a:spcPct val="115000"/>
              </a:lnSpc>
              <a:spcBef>
                <a:spcPts val="1200"/>
              </a:spcBef>
              <a:spcAft>
                <a:spcPts val="0"/>
              </a:spcAft>
              <a:buClr>
                <a:schemeClr val="lt1"/>
              </a:buClr>
              <a:buSzPts val="1800"/>
              <a:buChar char="●"/>
            </a:pPr>
            <a:r>
              <a:rPr lang="en-US">
                <a:latin typeface="Arial"/>
                <a:ea typeface="Arial"/>
                <a:cs typeface="Arial"/>
                <a:sym typeface="Arial"/>
              </a:rPr>
              <a:t>AI shifted from rule-based systems to </a:t>
            </a:r>
            <a:r>
              <a:rPr b="1" lang="en-US">
                <a:latin typeface="Arial"/>
                <a:ea typeface="Arial"/>
                <a:cs typeface="Arial"/>
                <a:sym typeface="Arial"/>
              </a:rPr>
              <a:t>machine learning</a:t>
            </a:r>
            <a:r>
              <a:rPr lang="en-US">
                <a:latin typeface="Arial"/>
                <a:ea typeface="Arial"/>
                <a:cs typeface="Arial"/>
                <a:sym typeface="Arial"/>
              </a:rPr>
              <a:t>, where computers learn patterns from data. Algorithms like decision trees and support vector machines gained popularity.</a:t>
            </a:r>
            <a:endParaRPr>
              <a:latin typeface="Arial"/>
              <a:ea typeface="Arial"/>
              <a:cs typeface="Arial"/>
              <a:sym typeface="Arial"/>
            </a:endParaRPr>
          </a:p>
          <a:p>
            <a:pPr indent="0" lvl="0" marL="0" rtl="0" algn="l">
              <a:lnSpc>
                <a:spcPct val="115000"/>
              </a:lnSpc>
              <a:spcBef>
                <a:spcPts val="1200"/>
              </a:spcBef>
              <a:spcAft>
                <a:spcPts val="0"/>
              </a:spcAft>
              <a:buSzPts val="1100"/>
              <a:buNone/>
            </a:pPr>
            <a:r>
              <a:rPr b="1" lang="en-US">
                <a:latin typeface="Arial"/>
                <a:ea typeface="Arial"/>
                <a:cs typeface="Arial"/>
                <a:sym typeface="Arial"/>
              </a:rPr>
              <a:t>Deep Learning Revolution (2011–Present)</a:t>
            </a:r>
            <a:endParaRPr b="1">
              <a:latin typeface="Arial"/>
              <a:ea typeface="Arial"/>
              <a:cs typeface="Arial"/>
              <a:sym typeface="Arial"/>
            </a:endParaRPr>
          </a:p>
          <a:p>
            <a:pPr indent="-342900" lvl="0" marL="457200" rtl="0" algn="l">
              <a:lnSpc>
                <a:spcPct val="115000"/>
              </a:lnSpc>
              <a:spcBef>
                <a:spcPts val="0"/>
              </a:spcBef>
              <a:spcAft>
                <a:spcPts val="0"/>
              </a:spcAft>
              <a:buSzPts val="1800"/>
              <a:buFont typeface="Arial"/>
              <a:buChar char="•"/>
            </a:pPr>
            <a:r>
              <a:rPr b="1" lang="en-US">
                <a:latin typeface="Arial"/>
                <a:ea typeface="Arial"/>
                <a:cs typeface="Arial"/>
                <a:sym typeface="Arial"/>
              </a:rPr>
              <a:t>ImageNet &amp; AlexNet</a:t>
            </a:r>
            <a:endParaRPr b="1">
              <a:latin typeface="Arial"/>
              <a:ea typeface="Arial"/>
              <a:cs typeface="Arial"/>
              <a:sym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45"/>
          <p:cNvSpPr txBox="1"/>
          <p:nvPr>
            <p:ph type="title"/>
          </p:nvPr>
        </p:nvSpPr>
        <p:spPr>
          <a:xfrm>
            <a:off x="479740" y="210899"/>
            <a:ext cx="10131425" cy="1456267"/>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chemeClr val="lt1"/>
              </a:buClr>
              <a:buSzPts val="4000"/>
              <a:buFont typeface="Calibri"/>
              <a:buNone/>
            </a:pPr>
            <a:r>
              <a:rPr b="1" lang="en-US" sz="4000"/>
              <a:t>DIFFERENCE</a:t>
            </a:r>
            <a:endParaRPr/>
          </a:p>
        </p:txBody>
      </p:sp>
      <p:pic>
        <p:nvPicPr>
          <p:cNvPr id="319" name="Google Shape;319;p45"/>
          <p:cNvPicPr preferRelativeResize="0"/>
          <p:nvPr>
            <p:ph idx="1" type="body"/>
          </p:nvPr>
        </p:nvPicPr>
        <p:blipFill rotWithShape="1">
          <a:blip r:embed="rId3">
            <a:alphaModFix/>
          </a:blip>
          <a:srcRect b="0" l="0" r="0" t="0"/>
          <a:stretch/>
        </p:blipFill>
        <p:spPr>
          <a:xfrm>
            <a:off x="818140" y="1607017"/>
            <a:ext cx="10131300" cy="458130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sp>
        <p:nvSpPr>
          <p:cNvPr id="324" name="Google Shape;324;p46"/>
          <p:cNvSpPr txBox="1"/>
          <p:nvPr>
            <p:ph type="title"/>
          </p:nvPr>
        </p:nvSpPr>
        <p:spPr>
          <a:xfrm>
            <a:off x="685801" y="609600"/>
            <a:ext cx="10131300" cy="14562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SzPts val="1800"/>
              <a:buNone/>
            </a:pPr>
            <a:r>
              <a:rPr lang="en-US"/>
              <a:t>Artificial Intelligence </a:t>
            </a:r>
            <a:endParaRPr/>
          </a:p>
        </p:txBody>
      </p:sp>
      <p:pic>
        <p:nvPicPr>
          <p:cNvPr id="325" name="Google Shape;325;p46"/>
          <p:cNvPicPr preferRelativeResize="0"/>
          <p:nvPr/>
        </p:nvPicPr>
        <p:blipFill rotWithShape="1">
          <a:blip r:embed="rId3">
            <a:alphaModFix/>
          </a:blip>
          <a:srcRect b="12586" l="10221" r="12162" t="18289"/>
          <a:stretch/>
        </p:blipFill>
        <p:spPr>
          <a:xfrm>
            <a:off x="311375" y="2252475"/>
            <a:ext cx="11654924" cy="3831226"/>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9" name="Shape 329"/>
        <p:cNvGrpSpPr/>
        <p:nvPr/>
      </p:nvGrpSpPr>
      <p:grpSpPr>
        <a:xfrm>
          <a:off x="0" y="0"/>
          <a:ext cx="0" cy="0"/>
          <a:chOff x="0" y="0"/>
          <a:chExt cx="0" cy="0"/>
        </a:xfrm>
      </p:grpSpPr>
      <p:pic>
        <p:nvPicPr>
          <p:cNvPr id="330" name="Google Shape;330;p47"/>
          <p:cNvPicPr preferRelativeResize="0"/>
          <p:nvPr/>
        </p:nvPicPr>
        <p:blipFill rotWithShape="1">
          <a:blip r:embed="rId3">
            <a:alphaModFix/>
          </a:blip>
          <a:srcRect b="5885" l="6913" r="5909" t="18744"/>
          <a:stretch/>
        </p:blipFill>
        <p:spPr>
          <a:xfrm>
            <a:off x="268262" y="658650"/>
            <a:ext cx="11394024" cy="5540699"/>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pic>
        <p:nvPicPr>
          <p:cNvPr id="335" name="Google Shape;335;p48"/>
          <p:cNvPicPr preferRelativeResize="0"/>
          <p:nvPr>
            <p:ph idx="1" type="body"/>
          </p:nvPr>
        </p:nvPicPr>
        <p:blipFill rotWithShape="1">
          <a:blip r:embed="rId3">
            <a:alphaModFix/>
          </a:blip>
          <a:srcRect b="0" l="0" r="0" t="0"/>
          <a:stretch/>
        </p:blipFill>
        <p:spPr>
          <a:xfrm>
            <a:off x="386366" y="463550"/>
            <a:ext cx="11268900" cy="5872200"/>
          </a:xfrm>
          <a:prstGeom prst="rect">
            <a:avLst/>
          </a:prstGeom>
          <a:noFill/>
          <a:ln>
            <a:noFill/>
          </a:ln>
        </p:spPr>
      </p:pic>
      <p:pic>
        <p:nvPicPr>
          <p:cNvPr id="336" name="Google Shape;336;p48"/>
          <p:cNvPicPr preferRelativeResize="0"/>
          <p:nvPr/>
        </p:nvPicPr>
        <p:blipFill rotWithShape="1">
          <a:blip r:embed="rId4">
            <a:alphaModFix/>
          </a:blip>
          <a:srcRect b="0" l="0" r="0" t="0"/>
          <a:stretch/>
        </p:blipFill>
        <p:spPr>
          <a:xfrm>
            <a:off x="7185336" y="631786"/>
            <a:ext cx="4096556" cy="1721923"/>
          </a:xfrm>
          <a:prstGeom prst="rect">
            <a:avLst/>
          </a:prstGeom>
          <a:noFill/>
          <a:ln>
            <a:noFill/>
          </a:ln>
        </p:spPr>
      </p:pic>
      <p:pic>
        <p:nvPicPr>
          <p:cNvPr id="337" name="Google Shape;337;p48"/>
          <p:cNvPicPr preferRelativeResize="0"/>
          <p:nvPr/>
        </p:nvPicPr>
        <p:blipFill rotWithShape="1">
          <a:blip r:embed="rId5">
            <a:alphaModFix/>
          </a:blip>
          <a:srcRect b="0" l="0" r="0" t="0"/>
          <a:stretch/>
        </p:blipFill>
        <p:spPr>
          <a:xfrm>
            <a:off x="7159579" y="2509065"/>
            <a:ext cx="4148071" cy="1755373"/>
          </a:xfrm>
          <a:prstGeom prst="rect">
            <a:avLst/>
          </a:prstGeom>
          <a:noFill/>
          <a:ln>
            <a:noFill/>
          </a:ln>
        </p:spPr>
      </p:pic>
      <p:pic>
        <p:nvPicPr>
          <p:cNvPr id="338" name="Google Shape;338;p48"/>
          <p:cNvPicPr preferRelativeResize="0"/>
          <p:nvPr/>
        </p:nvPicPr>
        <p:blipFill rotWithShape="1">
          <a:blip r:embed="rId6">
            <a:alphaModFix/>
          </a:blip>
          <a:srcRect b="0" l="0" r="0" t="0"/>
          <a:stretch/>
        </p:blipFill>
        <p:spPr>
          <a:xfrm>
            <a:off x="7159579" y="4419831"/>
            <a:ext cx="4148071" cy="2298512"/>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49"/>
          <p:cNvSpPr txBox="1"/>
          <p:nvPr>
            <p:ph type="title"/>
          </p:nvPr>
        </p:nvSpPr>
        <p:spPr>
          <a:xfrm>
            <a:off x="685801" y="609600"/>
            <a:ext cx="10131300" cy="14562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SzPts val="1800"/>
              <a:buNone/>
            </a:pPr>
            <a:r>
              <a:rPr lang="en-US">
                <a:solidFill>
                  <a:srgbClr val="FFD966"/>
                </a:solidFill>
              </a:rPr>
              <a:t>ML Applications</a:t>
            </a:r>
            <a:endParaRPr>
              <a:solidFill>
                <a:srgbClr val="FFD966"/>
              </a:solidFill>
            </a:endParaRPr>
          </a:p>
        </p:txBody>
      </p:sp>
      <p:pic>
        <p:nvPicPr>
          <p:cNvPr id="344" name="Google Shape;344;p49"/>
          <p:cNvPicPr preferRelativeResize="0"/>
          <p:nvPr/>
        </p:nvPicPr>
        <p:blipFill rotWithShape="1">
          <a:blip r:embed="rId3">
            <a:alphaModFix/>
          </a:blip>
          <a:srcRect b="0" l="0" r="0" t="0"/>
          <a:stretch/>
        </p:blipFill>
        <p:spPr>
          <a:xfrm>
            <a:off x="1973651" y="1963750"/>
            <a:ext cx="8244701" cy="4576900"/>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 name="Shape 348"/>
        <p:cNvGrpSpPr/>
        <p:nvPr/>
      </p:nvGrpSpPr>
      <p:grpSpPr>
        <a:xfrm>
          <a:off x="0" y="0"/>
          <a:ext cx="0" cy="0"/>
          <a:chOff x="0" y="0"/>
          <a:chExt cx="0" cy="0"/>
        </a:xfrm>
      </p:grpSpPr>
      <p:sp>
        <p:nvSpPr>
          <p:cNvPr id="349" name="Google Shape;349;p50"/>
          <p:cNvSpPr txBox="1"/>
          <p:nvPr>
            <p:ph type="title"/>
          </p:nvPr>
        </p:nvSpPr>
        <p:spPr>
          <a:xfrm>
            <a:off x="0" y="4369"/>
            <a:ext cx="10131425" cy="1456267"/>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Calibri"/>
              <a:buNone/>
            </a:pPr>
            <a:r>
              <a:rPr lang="en-US"/>
              <a:t>ARTIFICIAL NEURON</a:t>
            </a:r>
            <a:endParaRPr/>
          </a:p>
        </p:txBody>
      </p:sp>
      <p:pic>
        <p:nvPicPr>
          <p:cNvPr id="350" name="Google Shape;350;p50"/>
          <p:cNvPicPr preferRelativeResize="0"/>
          <p:nvPr/>
        </p:nvPicPr>
        <p:blipFill rotWithShape="1">
          <a:blip r:embed="rId3">
            <a:alphaModFix/>
          </a:blip>
          <a:srcRect b="0" l="0" r="0" t="0"/>
          <a:stretch/>
        </p:blipFill>
        <p:spPr>
          <a:xfrm>
            <a:off x="0" y="954277"/>
            <a:ext cx="12192000" cy="5899354"/>
          </a:xfrm>
          <a:prstGeom prst="rect">
            <a:avLst/>
          </a:prstGeom>
          <a:noFill/>
          <a:ln>
            <a:noFill/>
          </a:ln>
        </p:spPr>
      </p:pic>
      <p:pic>
        <p:nvPicPr>
          <p:cNvPr id="351" name="Google Shape;351;p50"/>
          <p:cNvPicPr preferRelativeResize="0"/>
          <p:nvPr>
            <p:ph idx="1" type="body"/>
          </p:nvPr>
        </p:nvPicPr>
        <p:blipFill rotWithShape="1">
          <a:blip r:embed="rId4">
            <a:alphaModFix/>
          </a:blip>
          <a:srcRect b="0" l="0" r="0" t="0"/>
          <a:stretch/>
        </p:blipFill>
        <p:spPr>
          <a:xfrm>
            <a:off x="0" y="954276"/>
            <a:ext cx="12192000" cy="5899353"/>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5" name="Shape 355"/>
        <p:cNvGrpSpPr/>
        <p:nvPr/>
      </p:nvGrpSpPr>
      <p:grpSpPr>
        <a:xfrm>
          <a:off x="0" y="0"/>
          <a:ext cx="0" cy="0"/>
          <a:chOff x="0" y="0"/>
          <a:chExt cx="0" cy="0"/>
        </a:xfrm>
      </p:grpSpPr>
      <p:sp>
        <p:nvSpPr>
          <p:cNvPr id="356" name="Google Shape;356;p51"/>
          <p:cNvSpPr txBox="1"/>
          <p:nvPr>
            <p:ph type="title"/>
          </p:nvPr>
        </p:nvSpPr>
        <p:spPr>
          <a:xfrm>
            <a:off x="655651" y="116875"/>
            <a:ext cx="10131300" cy="14562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SzPts val="1800"/>
              <a:buNone/>
            </a:pPr>
            <a:r>
              <a:rPr lang="en-US"/>
              <a:t>DL Application</a:t>
            </a:r>
            <a:endParaRPr/>
          </a:p>
        </p:txBody>
      </p:sp>
      <p:pic>
        <p:nvPicPr>
          <p:cNvPr id="357" name="Google Shape;357;p51"/>
          <p:cNvPicPr preferRelativeResize="0"/>
          <p:nvPr/>
        </p:nvPicPr>
        <p:blipFill rotWithShape="1">
          <a:blip r:embed="rId3">
            <a:alphaModFix/>
          </a:blip>
          <a:srcRect b="0" l="0" r="0" t="0"/>
          <a:stretch/>
        </p:blipFill>
        <p:spPr>
          <a:xfrm>
            <a:off x="812725" y="1281452"/>
            <a:ext cx="10566550" cy="5010825"/>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1" name="Shape 361"/>
        <p:cNvGrpSpPr/>
        <p:nvPr/>
      </p:nvGrpSpPr>
      <p:grpSpPr>
        <a:xfrm>
          <a:off x="0" y="0"/>
          <a:ext cx="0" cy="0"/>
          <a:chOff x="0" y="0"/>
          <a:chExt cx="0" cy="0"/>
        </a:xfrm>
      </p:grpSpPr>
      <p:pic>
        <p:nvPicPr>
          <p:cNvPr id="362" name="Google Shape;362;p52"/>
          <p:cNvPicPr preferRelativeResize="0"/>
          <p:nvPr/>
        </p:nvPicPr>
        <p:blipFill rotWithShape="1">
          <a:blip r:embed="rId3">
            <a:alphaModFix/>
          </a:blip>
          <a:srcRect b="0" l="0" r="0" t="0"/>
          <a:stretch/>
        </p:blipFill>
        <p:spPr>
          <a:xfrm>
            <a:off x="180304" y="115910"/>
            <a:ext cx="11835684" cy="6619741"/>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6" name="Shape 366"/>
        <p:cNvGrpSpPr/>
        <p:nvPr/>
      </p:nvGrpSpPr>
      <p:grpSpPr>
        <a:xfrm>
          <a:off x="0" y="0"/>
          <a:ext cx="0" cy="0"/>
          <a:chOff x="0" y="0"/>
          <a:chExt cx="0" cy="0"/>
        </a:xfrm>
      </p:grpSpPr>
      <p:sp>
        <p:nvSpPr>
          <p:cNvPr id="367" name="Google Shape;367;p53"/>
          <p:cNvSpPr txBox="1"/>
          <p:nvPr>
            <p:ph type="title"/>
          </p:nvPr>
        </p:nvSpPr>
        <p:spPr>
          <a:xfrm>
            <a:off x="531254" y="-124496"/>
            <a:ext cx="10131425" cy="1456267"/>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rgbClr val="FFFF00"/>
              </a:buClr>
              <a:buSzPts val="3600"/>
              <a:buFont typeface="Verdana"/>
              <a:buNone/>
            </a:pPr>
            <a:r>
              <a:rPr b="1" lang="en-US">
                <a:solidFill>
                  <a:srgbClr val="FFD966"/>
                </a:solidFill>
                <a:latin typeface="Verdana"/>
                <a:ea typeface="Verdana"/>
                <a:cs typeface="Verdana"/>
                <a:sym typeface="Verdana"/>
              </a:rPr>
              <a:t>STATE OF THE ART</a:t>
            </a:r>
            <a:endParaRPr>
              <a:solidFill>
                <a:srgbClr val="FFD966"/>
              </a:solidFill>
            </a:endParaRPr>
          </a:p>
        </p:txBody>
      </p:sp>
      <p:sp>
        <p:nvSpPr>
          <p:cNvPr id="368" name="Google Shape;368;p53"/>
          <p:cNvSpPr txBox="1"/>
          <p:nvPr>
            <p:ph idx="1" type="body"/>
          </p:nvPr>
        </p:nvSpPr>
        <p:spPr>
          <a:xfrm>
            <a:off x="246275" y="890400"/>
            <a:ext cx="11669700" cy="5853000"/>
          </a:xfrm>
          <a:prstGeom prst="rect">
            <a:avLst/>
          </a:prstGeom>
          <a:noFill/>
          <a:ln>
            <a:noFill/>
          </a:ln>
        </p:spPr>
        <p:txBody>
          <a:bodyPr anchorCtr="0" anchor="ctr" bIns="45700" lIns="91425" spcFirstLastPara="1" rIns="91425" wrap="square" tIns="45700">
            <a:noAutofit/>
          </a:bodyPr>
          <a:lstStyle/>
          <a:p>
            <a:pPr indent="-412750" lvl="0" marL="457200" rtl="0" algn="l">
              <a:lnSpc>
                <a:spcPct val="120000"/>
              </a:lnSpc>
              <a:spcBef>
                <a:spcPts val="1000"/>
              </a:spcBef>
              <a:spcAft>
                <a:spcPts val="0"/>
              </a:spcAft>
              <a:buSzPts val="2900"/>
              <a:buChar char="•"/>
            </a:pPr>
            <a:r>
              <a:rPr lang="en-US" sz="2900"/>
              <a:t>Speech recognition: United Airlines’ speech recognition system for support, booking, Siri,</a:t>
            </a:r>
            <a:endParaRPr sz="2900"/>
          </a:p>
          <a:p>
            <a:pPr indent="-412750" lvl="0" marL="457200" rtl="0" algn="l">
              <a:lnSpc>
                <a:spcPct val="120000"/>
              </a:lnSpc>
              <a:spcBef>
                <a:spcPts val="0"/>
              </a:spcBef>
              <a:spcAft>
                <a:spcPts val="0"/>
              </a:spcAft>
              <a:buSzPts val="2900"/>
              <a:buChar char="•"/>
            </a:pPr>
            <a:r>
              <a:rPr lang="en-US" sz="2900"/>
              <a:t>Planning and Scheduling: pacecraft ops (Nasa’s rovers),</a:t>
            </a:r>
            <a:endParaRPr sz="2900"/>
          </a:p>
          <a:p>
            <a:pPr indent="-412750" lvl="0" marL="457200" rtl="0" algn="l">
              <a:lnSpc>
                <a:spcPct val="120000"/>
              </a:lnSpc>
              <a:spcBef>
                <a:spcPts val="0"/>
              </a:spcBef>
              <a:spcAft>
                <a:spcPts val="0"/>
              </a:spcAft>
              <a:buSzPts val="2900"/>
              <a:buChar char="•"/>
            </a:pPr>
            <a:r>
              <a:rPr lang="en-US" sz="2900"/>
              <a:t> Games: Deep blue and chess. Humans are no longer competitive</a:t>
            </a:r>
            <a:endParaRPr sz="2900"/>
          </a:p>
          <a:p>
            <a:pPr indent="-412750" lvl="0" marL="457200" rtl="0" algn="l">
              <a:lnSpc>
                <a:spcPct val="120000"/>
              </a:lnSpc>
              <a:spcBef>
                <a:spcPts val="0"/>
              </a:spcBef>
              <a:spcAft>
                <a:spcPts val="0"/>
              </a:spcAft>
              <a:buSzPts val="2900"/>
              <a:buChar char="•"/>
            </a:pPr>
            <a:r>
              <a:rPr lang="en-US" sz="2900"/>
              <a:t>Spam fighting: 80 – 90 % filtered out</a:t>
            </a:r>
            <a:endParaRPr sz="2900"/>
          </a:p>
          <a:p>
            <a:pPr indent="-412750" lvl="0" marL="457200" rtl="0" algn="l">
              <a:lnSpc>
                <a:spcPct val="120000"/>
              </a:lnSpc>
              <a:spcBef>
                <a:spcPts val="0"/>
              </a:spcBef>
              <a:spcAft>
                <a:spcPts val="0"/>
              </a:spcAft>
              <a:buSzPts val="2900"/>
              <a:buChar char="•"/>
            </a:pPr>
            <a:r>
              <a:rPr lang="en-US" sz="2900"/>
              <a:t>Logistics: DART generated plans in hours that would have taken weeks, DARPA stated that this single application paid back DARPA’s 30 year investment in AI</a:t>
            </a:r>
            <a:endParaRPr sz="2900"/>
          </a:p>
          <a:p>
            <a:pPr indent="-412750" lvl="0" marL="457200" rtl="0" algn="l">
              <a:lnSpc>
                <a:spcPct val="120000"/>
              </a:lnSpc>
              <a:spcBef>
                <a:spcPts val="0"/>
              </a:spcBef>
              <a:spcAft>
                <a:spcPts val="0"/>
              </a:spcAft>
              <a:buSzPts val="2900"/>
              <a:buChar char="•"/>
            </a:pPr>
            <a:r>
              <a:rPr lang="en-US" sz="2900"/>
              <a:t>Machine Translation: Google translate?</a:t>
            </a:r>
            <a:endParaRPr sz="2900"/>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p54"/>
          <p:cNvSpPr txBox="1"/>
          <p:nvPr>
            <p:ph type="title"/>
          </p:nvPr>
        </p:nvSpPr>
        <p:spPr>
          <a:xfrm>
            <a:off x="685799" y="352022"/>
            <a:ext cx="10131425" cy="1456267"/>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100000"/>
              </a:lnSpc>
              <a:spcBef>
                <a:spcPts val="0"/>
              </a:spcBef>
              <a:spcAft>
                <a:spcPts val="0"/>
              </a:spcAft>
              <a:buClr>
                <a:srgbClr val="FFFF00"/>
              </a:buClr>
              <a:buSzPct val="100000"/>
              <a:buFont typeface="Verdana"/>
              <a:buNone/>
            </a:pPr>
            <a:r>
              <a:rPr b="1" lang="en-US">
                <a:solidFill>
                  <a:srgbClr val="FFD966"/>
                </a:solidFill>
                <a:latin typeface="Verdana"/>
                <a:ea typeface="Verdana"/>
                <a:cs typeface="Verdana"/>
                <a:sym typeface="Verdana"/>
              </a:rPr>
              <a:t>WHAT IS ARTIFICIAL INTELLIGENCE?</a:t>
            </a:r>
            <a:br>
              <a:rPr b="1" lang="en-US">
                <a:solidFill>
                  <a:srgbClr val="FFD966"/>
                </a:solidFill>
                <a:latin typeface="Verdana"/>
                <a:ea typeface="Verdana"/>
                <a:cs typeface="Verdana"/>
                <a:sym typeface="Verdana"/>
              </a:rPr>
            </a:br>
            <a:br>
              <a:rPr b="1" lang="en-US" sz="2800">
                <a:solidFill>
                  <a:srgbClr val="FFD966"/>
                </a:solidFill>
                <a:latin typeface="Verdana"/>
                <a:ea typeface="Verdana"/>
                <a:cs typeface="Verdana"/>
                <a:sym typeface="Verdana"/>
              </a:rPr>
            </a:br>
            <a:endParaRPr>
              <a:solidFill>
                <a:srgbClr val="FFD966"/>
              </a:solidFill>
            </a:endParaRPr>
          </a:p>
        </p:txBody>
      </p:sp>
      <p:sp>
        <p:nvSpPr>
          <p:cNvPr id="374" name="Google Shape;374;p54"/>
          <p:cNvSpPr txBox="1"/>
          <p:nvPr>
            <p:ph idx="1" type="body"/>
          </p:nvPr>
        </p:nvSpPr>
        <p:spPr>
          <a:xfrm>
            <a:off x="461850" y="1098900"/>
            <a:ext cx="11268300" cy="5759100"/>
          </a:xfrm>
          <a:prstGeom prst="rect">
            <a:avLst/>
          </a:prstGeom>
          <a:noFill/>
          <a:ln>
            <a:noFill/>
          </a:ln>
        </p:spPr>
        <p:txBody>
          <a:bodyPr anchorCtr="0" anchor="ctr" bIns="45700" lIns="91425" spcFirstLastPara="1" rIns="91425" wrap="square" tIns="45700">
            <a:normAutofit lnSpcReduction="10000"/>
          </a:bodyPr>
          <a:lstStyle/>
          <a:p>
            <a:pPr indent="0" lvl="0" marL="0" rtl="0" algn="l">
              <a:lnSpc>
                <a:spcPct val="100000"/>
              </a:lnSpc>
              <a:spcBef>
                <a:spcPts val="0"/>
              </a:spcBef>
              <a:spcAft>
                <a:spcPts val="0"/>
              </a:spcAft>
              <a:buSzPts val="3000"/>
              <a:buNone/>
            </a:pPr>
            <a:r>
              <a:rPr lang="en-US" sz="3000"/>
              <a:t>It is the science and engineering of making intelligent machines, especially intelligent computer programs. It is related to the similar task of using computers to understand human intelligence, but AI does not have to confine itself to methods that are biologically observable. </a:t>
            </a:r>
            <a:endParaRPr/>
          </a:p>
          <a:p>
            <a:pPr indent="0" lvl="0" marL="0" rtl="0" algn="l">
              <a:lnSpc>
                <a:spcPct val="100000"/>
              </a:lnSpc>
              <a:spcBef>
                <a:spcPts val="1000"/>
              </a:spcBef>
              <a:spcAft>
                <a:spcPts val="0"/>
              </a:spcAft>
              <a:buSzPts val="3000"/>
              <a:buNone/>
            </a:pPr>
            <a:r>
              <a:t/>
            </a:r>
            <a:endParaRPr sz="3000">
              <a:solidFill>
                <a:srgbClr val="FFFF00"/>
              </a:solidFill>
            </a:endParaRPr>
          </a:p>
          <a:p>
            <a:pPr indent="0" lvl="0" marL="0" rtl="0" algn="l">
              <a:lnSpc>
                <a:spcPct val="100000"/>
              </a:lnSpc>
              <a:spcBef>
                <a:spcPts val="1000"/>
              </a:spcBef>
              <a:spcAft>
                <a:spcPts val="0"/>
              </a:spcAft>
              <a:buSzPts val="3000"/>
              <a:buNone/>
            </a:pPr>
            <a:r>
              <a:rPr lang="en-US" sz="3000">
                <a:solidFill>
                  <a:srgbClr val="FFD966"/>
                </a:solidFill>
              </a:rPr>
              <a:t> Views of AI fall into four categories:</a:t>
            </a:r>
            <a:endParaRPr>
              <a:solidFill>
                <a:srgbClr val="FFD966"/>
              </a:solidFill>
            </a:endParaRPr>
          </a:p>
          <a:p>
            <a:pPr indent="-285750" lvl="0" marL="285750" rtl="0" algn="l">
              <a:lnSpc>
                <a:spcPct val="100000"/>
              </a:lnSpc>
              <a:spcBef>
                <a:spcPts val="1000"/>
              </a:spcBef>
              <a:spcAft>
                <a:spcPts val="0"/>
              </a:spcAft>
              <a:buSzPts val="3000"/>
              <a:buChar char="•"/>
            </a:pPr>
            <a:r>
              <a:rPr lang="en-US" sz="3000"/>
              <a:t>Thinking Humanly</a:t>
            </a:r>
            <a:endParaRPr/>
          </a:p>
          <a:p>
            <a:pPr indent="-285750" lvl="0" marL="285750" rtl="0" algn="l">
              <a:lnSpc>
                <a:spcPct val="100000"/>
              </a:lnSpc>
              <a:spcBef>
                <a:spcPts val="1000"/>
              </a:spcBef>
              <a:spcAft>
                <a:spcPts val="0"/>
              </a:spcAft>
              <a:buSzPts val="3000"/>
              <a:buChar char="•"/>
            </a:pPr>
            <a:r>
              <a:rPr lang="en-US" sz="3000"/>
              <a:t>Acting Humanly</a:t>
            </a:r>
            <a:endParaRPr/>
          </a:p>
          <a:p>
            <a:pPr indent="-285750" lvl="0" marL="285750" rtl="0" algn="l">
              <a:lnSpc>
                <a:spcPct val="100000"/>
              </a:lnSpc>
              <a:spcBef>
                <a:spcPts val="1000"/>
              </a:spcBef>
              <a:spcAft>
                <a:spcPts val="0"/>
              </a:spcAft>
              <a:buSzPts val="3000"/>
              <a:buChar char="•"/>
            </a:pPr>
            <a:r>
              <a:rPr lang="en-US" sz="3000"/>
              <a:t>Thinking Rationally</a:t>
            </a:r>
            <a:endParaRPr/>
          </a:p>
          <a:p>
            <a:pPr indent="-285750" lvl="0" marL="285750" rtl="0" algn="l">
              <a:lnSpc>
                <a:spcPct val="100000"/>
              </a:lnSpc>
              <a:spcBef>
                <a:spcPts val="1000"/>
              </a:spcBef>
              <a:spcAft>
                <a:spcPts val="0"/>
              </a:spcAft>
              <a:buSzPts val="3000"/>
              <a:buChar char="•"/>
            </a:pPr>
            <a:r>
              <a:rPr lang="en-US" sz="3000"/>
              <a:t>Acting Rationally</a:t>
            </a:r>
            <a:endParaRPr>
              <a:solidFill>
                <a:srgbClr val="000000"/>
              </a:solidFill>
            </a:endParaRPr>
          </a:p>
          <a:p>
            <a:pPr indent="0" lvl="0" marL="0" rtl="0" algn="l">
              <a:lnSpc>
                <a:spcPct val="100000"/>
              </a:lnSpc>
              <a:spcBef>
                <a:spcPts val="1000"/>
              </a:spcBef>
              <a:spcAft>
                <a:spcPts val="0"/>
              </a:spcAft>
              <a:buSzPts val="1800"/>
              <a:buNone/>
            </a:pPr>
            <a:r>
              <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8" name="Shape 378"/>
        <p:cNvGrpSpPr/>
        <p:nvPr/>
      </p:nvGrpSpPr>
      <p:grpSpPr>
        <a:xfrm>
          <a:off x="0" y="0"/>
          <a:ext cx="0" cy="0"/>
          <a:chOff x="0" y="0"/>
          <a:chExt cx="0" cy="0"/>
        </a:xfrm>
      </p:grpSpPr>
      <p:sp>
        <p:nvSpPr>
          <p:cNvPr id="379" name="Google Shape;379;p55"/>
          <p:cNvSpPr txBox="1"/>
          <p:nvPr>
            <p:ph type="title"/>
          </p:nvPr>
        </p:nvSpPr>
        <p:spPr>
          <a:xfrm>
            <a:off x="157767" y="-111617"/>
            <a:ext cx="10131425" cy="1456267"/>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rgbClr val="FFFF00"/>
              </a:buClr>
              <a:buSzPts val="3600"/>
              <a:buFont typeface="Verdana"/>
              <a:buNone/>
            </a:pPr>
            <a:r>
              <a:rPr b="1" lang="en-US">
                <a:solidFill>
                  <a:srgbClr val="FFD966"/>
                </a:solidFill>
                <a:latin typeface="Verdana"/>
                <a:ea typeface="Verdana"/>
                <a:cs typeface="Verdana"/>
                <a:sym typeface="Verdana"/>
              </a:rPr>
              <a:t>ACTING HUMANLY: TURING TEST</a:t>
            </a:r>
            <a:endParaRPr>
              <a:solidFill>
                <a:srgbClr val="FFD966"/>
              </a:solidFill>
            </a:endParaRPr>
          </a:p>
        </p:txBody>
      </p:sp>
      <p:sp>
        <p:nvSpPr>
          <p:cNvPr id="380" name="Google Shape;380;p55"/>
          <p:cNvSpPr txBox="1"/>
          <p:nvPr>
            <p:ph idx="1" type="body"/>
          </p:nvPr>
        </p:nvSpPr>
        <p:spPr>
          <a:xfrm>
            <a:off x="588125" y="1344650"/>
            <a:ext cx="11422800" cy="5153400"/>
          </a:xfrm>
          <a:prstGeom prst="rect">
            <a:avLst/>
          </a:prstGeom>
          <a:noFill/>
          <a:ln>
            <a:noFill/>
          </a:ln>
        </p:spPr>
        <p:txBody>
          <a:bodyPr anchorCtr="0" anchor="ctr" bIns="45700" lIns="91425" spcFirstLastPara="1" rIns="91425" wrap="square" tIns="45700">
            <a:normAutofit/>
          </a:bodyPr>
          <a:lstStyle/>
          <a:p>
            <a:pPr indent="-285750" lvl="0" marL="285750" rtl="0" algn="l">
              <a:lnSpc>
                <a:spcPct val="150000"/>
              </a:lnSpc>
              <a:spcBef>
                <a:spcPts val="0"/>
              </a:spcBef>
              <a:spcAft>
                <a:spcPts val="0"/>
              </a:spcAft>
              <a:buSzPts val="2200"/>
              <a:buFont typeface="Verdana"/>
              <a:buChar char="•"/>
            </a:pPr>
            <a:r>
              <a:rPr lang="en-US" sz="2200">
                <a:latin typeface="Verdana"/>
                <a:ea typeface="Verdana"/>
                <a:cs typeface="Verdana"/>
                <a:sym typeface="Verdana"/>
              </a:rPr>
              <a:t> Alan Turing (1950) "Computing machinery and intelligence“</a:t>
            </a:r>
            <a:endParaRPr sz="2200"/>
          </a:p>
          <a:p>
            <a:pPr indent="-285750" lvl="0" marL="285750" rtl="0" algn="l">
              <a:lnSpc>
                <a:spcPct val="150000"/>
              </a:lnSpc>
              <a:spcBef>
                <a:spcPts val="0"/>
              </a:spcBef>
              <a:spcAft>
                <a:spcPts val="0"/>
              </a:spcAft>
              <a:buSzPts val="2200"/>
              <a:buFont typeface="Verdana"/>
              <a:buChar char="•"/>
            </a:pPr>
            <a:r>
              <a:rPr lang="en-US" sz="2200">
                <a:latin typeface="Verdana"/>
                <a:ea typeface="Verdana"/>
                <a:cs typeface="Verdana"/>
                <a:sym typeface="Verdana"/>
              </a:rPr>
              <a:t>"Can machines think?" 🡪 "Can machines behave intelligently?“</a:t>
            </a:r>
            <a:endParaRPr sz="2200"/>
          </a:p>
          <a:p>
            <a:pPr indent="-285750" lvl="0" marL="285750" rtl="0" algn="l">
              <a:lnSpc>
                <a:spcPct val="150000"/>
              </a:lnSpc>
              <a:spcBef>
                <a:spcPts val="0"/>
              </a:spcBef>
              <a:spcAft>
                <a:spcPts val="0"/>
              </a:spcAft>
              <a:buSzPts val="2200"/>
              <a:buFont typeface="Verdana"/>
              <a:buChar char="•"/>
            </a:pPr>
            <a:r>
              <a:rPr lang="en-US" sz="2200">
                <a:latin typeface="Verdana"/>
                <a:ea typeface="Verdana"/>
                <a:cs typeface="Verdana"/>
                <a:sym typeface="Verdana"/>
              </a:rPr>
              <a:t>Operational test for intelligent behavior: the Imitation Game</a:t>
            </a:r>
            <a:endParaRPr sz="2200">
              <a:latin typeface="Verdana"/>
              <a:ea typeface="Verdana"/>
              <a:cs typeface="Verdana"/>
              <a:sym typeface="Verdana"/>
            </a:endParaRPr>
          </a:p>
          <a:p>
            <a:pPr indent="0" lvl="0" marL="0" rtl="0" algn="just">
              <a:lnSpc>
                <a:spcPct val="100000"/>
              </a:lnSpc>
              <a:spcBef>
                <a:spcPts val="0"/>
              </a:spcBef>
              <a:spcAft>
                <a:spcPts val="0"/>
              </a:spcAft>
              <a:buSzPts val="1800"/>
              <a:buNone/>
            </a:pPr>
            <a:r>
              <a:rPr lang="en-US" sz="2400">
                <a:latin typeface="Verdana"/>
                <a:ea typeface="Verdana"/>
                <a:cs typeface="Verdana"/>
                <a:sym typeface="Verdana"/>
              </a:rPr>
              <a:t>It was designed to provide a satisfactory operational definition of intelligence. A computer passes the test if a human interrogator, after posing some written questions, cannot tell whether the written responses come from a person or from a computer. </a:t>
            </a:r>
            <a:endParaRPr sz="2200"/>
          </a:p>
          <a:p>
            <a:pPr indent="0" lvl="0" marL="0" rtl="0" algn="l">
              <a:lnSpc>
                <a:spcPct val="100000"/>
              </a:lnSpc>
              <a:spcBef>
                <a:spcPts val="1000"/>
              </a:spcBef>
              <a:spcAft>
                <a:spcPts val="0"/>
              </a:spcAft>
              <a:buSzPts val="1800"/>
              <a:buNone/>
            </a:pPr>
            <a:r>
              <a:t/>
            </a:r>
            <a:endParaRPr sz="2200"/>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4" name="Shape 384"/>
        <p:cNvGrpSpPr/>
        <p:nvPr/>
      </p:nvGrpSpPr>
      <p:grpSpPr>
        <a:xfrm>
          <a:off x="0" y="0"/>
          <a:ext cx="0" cy="0"/>
          <a:chOff x="0" y="0"/>
          <a:chExt cx="0" cy="0"/>
        </a:xfrm>
      </p:grpSpPr>
      <p:sp>
        <p:nvSpPr>
          <p:cNvPr id="385" name="Google Shape;385;p56"/>
          <p:cNvSpPr txBox="1"/>
          <p:nvPr>
            <p:ph type="title"/>
          </p:nvPr>
        </p:nvSpPr>
        <p:spPr>
          <a:xfrm>
            <a:off x="421125" y="338875"/>
            <a:ext cx="11700600" cy="14562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rgbClr val="FFFF00"/>
              </a:buClr>
              <a:buSzPts val="3600"/>
              <a:buFont typeface="Calibri"/>
              <a:buNone/>
            </a:pPr>
            <a:r>
              <a:rPr b="1" lang="en-US">
                <a:solidFill>
                  <a:srgbClr val="FFD966"/>
                </a:solidFill>
              </a:rPr>
              <a:t>THINKING HUMANLY: THE COGNITIVE MODELING 					APPROACH</a:t>
            </a:r>
            <a:endParaRPr>
              <a:solidFill>
                <a:srgbClr val="FFD966"/>
              </a:solidFill>
            </a:endParaRPr>
          </a:p>
        </p:txBody>
      </p:sp>
      <p:sp>
        <p:nvSpPr>
          <p:cNvPr id="386" name="Google Shape;386;p56"/>
          <p:cNvSpPr txBox="1"/>
          <p:nvPr>
            <p:ph idx="1" type="body"/>
          </p:nvPr>
        </p:nvSpPr>
        <p:spPr>
          <a:xfrm>
            <a:off x="421125" y="1795075"/>
            <a:ext cx="11456100" cy="4889700"/>
          </a:xfrm>
          <a:prstGeom prst="rect">
            <a:avLst/>
          </a:prstGeom>
          <a:noFill/>
          <a:ln>
            <a:noFill/>
          </a:ln>
        </p:spPr>
        <p:txBody>
          <a:bodyPr anchorCtr="0" anchor="ctr" bIns="45700" lIns="91425" spcFirstLastPara="1" rIns="91425" wrap="square" tIns="45700">
            <a:noAutofit/>
          </a:bodyPr>
          <a:lstStyle/>
          <a:p>
            <a:pPr indent="-285750" lvl="0" marL="285750" rtl="0" algn="l">
              <a:lnSpc>
                <a:spcPct val="80000"/>
              </a:lnSpc>
              <a:spcBef>
                <a:spcPts val="0"/>
              </a:spcBef>
              <a:spcAft>
                <a:spcPts val="0"/>
              </a:spcAft>
              <a:buSzPts val="2483"/>
              <a:buFont typeface="Calibri"/>
              <a:buChar char="•"/>
            </a:pPr>
            <a:r>
              <a:rPr lang="en-US" sz="2482"/>
              <a:t>Requires detailed matching of computer behavior and timing to detailed measurements of human subjects gathered in psychological experiments.</a:t>
            </a:r>
            <a:endParaRPr sz="2095"/>
          </a:p>
          <a:p>
            <a:pPr indent="-172593" lvl="0" marL="285750" rtl="0" algn="l">
              <a:lnSpc>
                <a:spcPct val="80000"/>
              </a:lnSpc>
              <a:spcBef>
                <a:spcPts val="1000"/>
              </a:spcBef>
              <a:spcAft>
                <a:spcPts val="0"/>
              </a:spcAft>
              <a:buSzPts val="1783"/>
              <a:buNone/>
            </a:pPr>
            <a:r>
              <a:t/>
            </a:r>
            <a:endParaRPr sz="2482"/>
          </a:p>
          <a:p>
            <a:pPr indent="-285750" lvl="0" marL="285750" rtl="0" algn="l">
              <a:lnSpc>
                <a:spcPct val="80000"/>
              </a:lnSpc>
              <a:spcBef>
                <a:spcPts val="1000"/>
              </a:spcBef>
              <a:spcAft>
                <a:spcPts val="0"/>
              </a:spcAft>
              <a:buSzPts val="2483"/>
              <a:buFont typeface="Calibri"/>
              <a:buChar char="•"/>
            </a:pPr>
            <a:r>
              <a:rPr lang="en-US" sz="2482"/>
              <a:t>Cognitive Science approach</a:t>
            </a:r>
            <a:endParaRPr sz="2095"/>
          </a:p>
          <a:p>
            <a:pPr indent="-330231" lvl="1" marL="742950" rtl="0" algn="l">
              <a:lnSpc>
                <a:spcPct val="80000"/>
              </a:lnSpc>
              <a:spcBef>
                <a:spcPts val="0"/>
              </a:spcBef>
              <a:spcAft>
                <a:spcPts val="0"/>
              </a:spcAft>
              <a:buSzPts val="2483"/>
              <a:buFont typeface="Calibri"/>
              <a:buChar char="–"/>
            </a:pPr>
            <a:r>
              <a:rPr lang="en-US" sz="2482"/>
              <a:t>Try to get “inside” our minds</a:t>
            </a:r>
            <a:endParaRPr sz="1940"/>
          </a:p>
          <a:p>
            <a:pPr indent="-330231" lvl="1" marL="742950" rtl="0" algn="l">
              <a:lnSpc>
                <a:spcPct val="80000"/>
              </a:lnSpc>
              <a:spcBef>
                <a:spcPts val="0"/>
              </a:spcBef>
              <a:spcAft>
                <a:spcPts val="0"/>
              </a:spcAft>
              <a:buSzPts val="2483"/>
              <a:buFont typeface="Calibri"/>
              <a:buChar char="–"/>
            </a:pPr>
            <a:r>
              <a:rPr lang="en-US" sz="2482"/>
              <a:t>E.g., conduct experiments with people to try to “reverse-engineer” how we reason, learning, remember, predict</a:t>
            </a:r>
            <a:endParaRPr sz="1940"/>
          </a:p>
          <a:p>
            <a:pPr indent="-172593" lvl="1" marL="742950" rtl="0" algn="l">
              <a:lnSpc>
                <a:spcPct val="80000"/>
              </a:lnSpc>
              <a:spcBef>
                <a:spcPts val="0"/>
              </a:spcBef>
              <a:spcAft>
                <a:spcPts val="0"/>
              </a:spcAft>
              <a:buSzPts val="1783"/>
              <a:buFont typeface="Calibri"/>
              <a:buNone/>
            </a:pPr>
            <a:r>
              <a:t/>
            </a:r>
            <a:endParaRPr sz="2482"/>
          </a:p>
          <a:p>
            <a:pPr indent="-285750" lvl="0" marL="285750" rtl="0" algn="l">
              <a:lnSpc>
                <a:spcPct val="80000"/>
              </a:lnSpc>
              <a:spcBef>
                <a:spcPts val="0"/>
              </a:spcBef>
              <a:spcAft>
                <a:spcPts val="0"/>
              </a:spcAft>
              <a:buSzPts val="2483"/>
              <a:buFont typeface="Calibri"/>
              <a:buChar char="•"/>
            </a:pPr>
            <a:r>
              <a:rPr lang="en-US" sz="2482"/>
              <a:t>So, we need to get </a:t>
            </a:r>
            <a:r>
              <a:rPr i="1" lang="en-US" sz="2482"/>
              <a:t>inside </a:t>
            </a:r>
            <a:r>
              <a:rPr lang="en-US" sz="2482"/>
              <a:t>the actual workings of human minds.</a:t>
            </a:r>
            <a:endParaRPr sz="2095"/>
          </a:p>
          <a:p>
            <a:pPr indent="-285750" lvl="0" marL="285750" rtl="0" algn="l">
              <a:lnSpc>
                <a:spcPct val="80000"/>
              </a:lnSpc>
              <a:spcBef>
                <a:spcPts val="1000"/>
              </a:spcBef>
              <a:spcAft>
                <a:spcPts val="0"/>
              </a:spcAft>
              <a:buSzPts val="2483"/>
              <a:buFont typeface="Calibri"/>
              <a:buChar char="•"/>
            </a:pPr>
            <a:r>
              <a:rPr lang="en-US" sz="2482"/>
              <a:t>There are three ways to do this: </a:t>
            </a:r>
            <a:endParaRPr sz="2095"/>
          </a:p>
          <a:p>
            <a:pPr indent="-285750" lvl="0" marL="285750" rtl="0" algn="l">
              <a:lnSpc>
                <a:spcPct val="80000"/>
              </a:lnSpc>
              <a:spcBef>
                <a:spcPts val="1000"/>
              </a:spcBef>
              <a:spcAft>
                <a:spcPts val="0"/>
              </a:spcAft>
              <a:buSzPts val="2483"/>
              <a:buFont typeface="Calibri"/>
              <a:buChar char="•"/>
            </a:pPr>
            <a:r>
              <a:rPr lang="en-US" sz="2482"/>
              <a:t>through introspection—trying to catch our own thoughts as they go by; </a:t>
            </a:r>
            <a:endParaRPr sz="2095"/>
          </a:p>
          <a:p>
            <a:pPr indent="-285750" lvl="0" marL="285750" rtl="0" algn="l">
              <a:lnSpc>
                <a:spcPct val="80000"/>
              </a:lnSpc>
              <a:spcBef>
                <a:spcPts val="1000"/>
              </a:spcBef>
              <a:spcAft>
                <a:spcPts val="0"/>
              </a:spcAft>
              <a:buSzPts val="2483"/>
              <a:buFont typeface="Calibri"/>
              <a:buChar char="•"/>
            </a:pPr>
            <a:r>
              <a:rPr lang="en-US" sz="2482"/>
              <a:t>through psychological experiments—observing a person in action; </a:t>
            </a:r>
            <a:endParaRPr sz="2095"/>
          </a:p>
          <a:p>
            <a:pPr indent="-285750" lvl="0" marL="285750" rtl="0" algn="l">
              <a:lnSpc>
                <a:spcPct val="80000"/>
              </a:lnSpc>
              <a:spcBef>
                <a:spcPts val="1000"/>
              </a:spcBef>
              <a:spcAft>
                <a:spcPts val="0"/>
              </a:spcAft>
              <a:buSzPts val="2483"/>
              <a:buFont typeface="Calibri"/>
              <a:buChar char="•"/>
            </a:pPr>
            <a:r>
              <a:rPr lang="en-US" sz="2482"/>
              <a:t>and through brain imaging—observing the brain in action.</a:t>
            </a:r>
            <a:endParaRPr sz="2482"/>
          </a:p>
          <a:p>
            <a:pPr indent="-197167" lvl="0" marL="285750" rtl="0" algn="l">
              <a:lnSpc>
                <a:spcPct val="80000"/>
              </a:lnSpc>
              <a:spcBef>
                <a:spcPts val="1000"/>
              </a:spcBef>
              <a:spcAft>
                <a:spcPts val="0"/>
              </a:spcAft>
              <a:buSzPts val="1395"/>
              <a:buNone/>
            </a:pPr>
            <a:r>
              <a:t/>
            </a:r>
            <a:endParaRPr sz="2095"/>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0" name="Shape 390"/>
        <p:cNvGrpSpPr/>
        <p:nvPr/>
      </p:nvGrpSpPr>
      <p:grpSpPr>
        <a:xfrm>
          <a:off x="0" y="0"/>
          <a:ext cx="0" cy="0"/>
          <a:chOff x="0" y="0"/>
          <a:chExt cx="0" cy="0"/>
        </a:xfrm>
      </p:grpSpPr>
      <p:pic>
        <p:nvPicPr>
          <p:cNvPr id="391" name="Google Shape;391;p57"/>
          <p:cNvPicPr preferRelativeResize="0"/>
          <p:nvPr>
            <p:ph idx="1" type="body"/>
          </p:nvPr>
        </p:nvPicPr>
        <p:blipFill rotWithShape="1">
          <a:blip r:embed="rId3">
            <a:alphaModFix/>
          </a:blip>
          <a:srcRect b="0" l="0" r="0" t="0"/>
          <a:stretch/>
        </p:blipFill>
        <p:spPr>
          <a:xfrm>
            <a:off x="1288978" y="773113"/>
            <a:ext cx="9155788" cy="5018087"/>
          </a:xfrm>
          <a:prstGeom prst="rect">
            <a:avLst/>
          </a:prstGeom>
          <a:noFill/>
          <a:ln>
            <a:noFill/>
          </a:ln>
        </p:spPr>
      </p:pic>
      <p:sp>
        <p:nvSpPr>
          <p:cNvPr id="392" name="Google Shape;392;p57"/>
          <p:cNvSpPr txBox="1"/>
          <p:nvPr/>
        </p:nvSpPr>
        <p:spPr>
          <a:xfrm>
            <a:off x="7959144" y="5035639"/>
            <a:ext cx="2498501" cy="631065"/>
          </a:xfrm>
          <a:prstGeom prst="rect">
            <a:avLst/>
          </a:prstGeom>
          <a:solidFill>
            <a:schemeClr val="dk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6" name="Shape 396"/>
        <p:cNvGrpSpPr/>
        <p:nvPr/>
      </p:nvGrpSpPr>
      <p:grpSpPr>
        <a:xfrm>
          <a:off x="0" y="0"/>
          <a:ext cx="0" cy="0"/>
          <a:chOff x="0" y="0"/>
          <a:chExt cx="0" cy="0"/>
        </a:xfrm>
      </p:grpSpPr>
      <p:sp>
        <p:nvSpPr>
          <p:cNvPr id="397" name="Google Shape;397;p58"/>
          <p:cNvSpPr txBox="1"/>
          <p:nvPr>
            <p:ph type="title"/>
          </p:nvPr>
        </p:nvSpPr>
        <p:spPr>
          <a:xfrm>
            <a:off x="685801" y="609600"/>
            <a:ext cx="10131425" cy="1456267"/>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rgbClr val="FFFF00"/>
              </a:buClr>
              <a:buSzPts val="3600"/>
              <a:buFont typeface="Calibri"/>
              <a:buNone/>
            </a:pPr>
            <a:r>
              <a:rPr b="1" lang="en-US">
                <a:solidFill>
                  <a:srgbClr val="FFD966"/>
                </a:solidFill>
              </a:rPr>
              <a:t>THINKING RATIONALLY: LAWS OF THOUGHT</a:t>
            </a:r>
            <a:endParaRPr>
              <a:solidFill>
                <a:srgbClr val="FFD966"/>
              </a:solidFill>
            </a:endParaRPr>
          </a:p>
        </p:txBody>
      </p:sp>
      <p:sp>
        <p:nvSpPr>
          <p:cNvPr id="398" name="Google Shape;398;p58"/>
          <p:cNvSpPr txBox="1"/>
          <p:nvPr>
            <p:ph idx="1" type="body"/>
          </p:nvPr>
        </p:nvSpPr>
        <p:spPr>
          <a:xfrm>
            <a:off x="685800" y="2142076"/>
            <a:ext cx="10605300" cy="3939300"/>
          </a:xfrm>
          <a:prstGeom prst="rect">
            <a:avLst/>
          </a:prstGeom>
          <a:noFill/>
          <a:ln>
            <a:noFill/>
          </a:ln>
        </p:spPr>
        <p:txBody>
          <a:bodyPr anchorCtr="0" anchor="ctr" bIns="45700" lIns="91425" spcFirstLastPara="1" rIns="91425" wrap="square" tIns="45700">
            <a:noAutofit/>
          </a:bodyPr>
          <a:lstStyle/>
          <a:p>
            <a:pPr indent="-323850" lvl="0" marL="285750" rtl="0" algn="l">
              <a:lnSpc>
                <a:spcPct val="90000"/>
              </a:lnSpc>
              <a:spcBef>
                <a:spcPts val="0"/>
              </a:spcBef>
              <a:spcAft>
                <a:spcPts val="0"/>
              </a:spcAft>
              <a:buSzPts val="2400"/>
              <a:buFont typeface="Calibri"/>
              <a:buChar char="•"/>
            </a:pPr>
            <a:r>
              <a:rPr lang="en-US" sz="2400"/>
              <a:t>Formalize “correct” reasoning using a mathematical model (e.g. of deductive reasoning/logical conclusion).</a:t>
            </a:r>
            <a:endParaRPr sz="2400"/>
          </a:p>
          <a:p>
            <a:pPr indent="-323850" lvl="0" marL="285750" rtl="0" algn="l">
              <a:lnSpc>
                <a:spcPct val="90000"/>
              </a:lnSpc>
              <a:spcBef>
                <a:spcPts val="1000"/>
              </a:spcBef>
              <a:spcAft>
                <a:spcPts val="0"/>
              </a:spcAft>
              <a:buSzPts val="2400"/>
              <a:buFont typeface="Calibri"/>
              <a:buChar char="•"/>
            </a:pPr>
            <a:r>
              <a:rPr lang="en-US" sz="2400"/>
              <a:t>Logics Program: Encode knowledge in formal logical statements and use mathematical deduction to perform reasoning:</a:t>
            </a:r>
            <a:endParaRPr sz="2400"/>
          </a:p>
          <a:p>
            <a:pPr indent="0" lvl="0" marL="0" rtl="0" algn="l">
              <a:lnSpc>
                <a:spcPct val="90000"/>
              </a:lnSpc>
              <a:spcBef>
                <a:spcPts val="1000"/>
              </a:spcBef>
              <a:spcAft>
                <a:spcPts val="0"/>
              </a:spcAft>
              <a:buNone/>
            </a:pPr>
            <a:r>
              <a:rPr lang="en-US" sz="2400">
                <a:solidFill>
                  <a:srgbClr val="FFD966"/>
                </a:solidFill>
              </a:rPr>
              <a:t>Problems:</a:t>
            </a:r>
            <a:endParaRPr sz="2400">
              <a:solidFill>
                <a:srgbClr val="FFD966"/>
              </a:solidFill>
            </a:endParaRPr>
          </a:p>
          <a:p>
            <a:pPr indent="-323850" lvl="0" marL="285750" rtl="0" algn="l">
              <a:lnSpc>
                <a:spcPct val="90000"/>
              </a:lnSpc>
              <a:spcBef>
                <a:spcPts val="1000"/>
              </a:spcBef>
              <a:spcAft>
                <a:spcPts val="0"/>
              </a:spcAft>
              <a:buSzPts val="2400"/>
              <a:buFont typeface="Calibri"/>
              <a:buChar char="•"/>
            </a:pPr>
            <a:r>
              <a:rPr lang="en-US" sz="2400"/>
              <a:t>Formalizing common sense knowledge is difficult.</a:t>
            </a:r>
            <a:endParaRPr sz="2400"/>
          </a:p>
          <a:p>
            <a:pPr indent="-323850" lvl="0" marL="285750" rtl="0" algn="l">
              <a:lnSpc>
                <a:spcPct val="90000"/>
              </a:lnSpc>
              <a:spcBef>
                <a:spcPts val="1000"/>
              </a:spcBef>
              <a:spcAft>
                <a:spcPts val="0"/>
              </a:spcAft>
              <a:buSzPts val="2400"/>
              <a:buFont typeface="Calibri"/>
              <a:buChar char="•"/>
            </a:pPr>
            <a:r>
              <a:rPr lang="en-US" sz="2400"/>
              <a:t>General deductive inference is computationally intractable.</a:t>
            </a:r>
            <a:endParaRPr sz="2400"/>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sp>
        <p:nvSpPr>
          <p:cNvPr id="403" name="Google Shape;403;p59"/>
          <p:cNvSpPr txBox="1"/>
          <p:nvPr>
            <p:ph type="title"/>
          </p:nvPr>
        </p:nvSpPr>
        <p:spPr>
          <a:xfrm>
            <a:off x="492617" y="0"/>
            <a:ext cx="10131425" cy="1456267"/>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rgbClr val="FFFF00"/>
              </a:buClr>
              <a:buSzPts val="3600"/>
              <a:buFont typeface="Calibri"/>
              <a:buNone/>
            </a:pPr>
            <a:r>
              <a:rPr b="1" lang="en-US">
                <a:solidFill>
                  <a:srgbClr val="FFD966"/>
                </a:solidFill>
              </a:rPr>
              <a:t>ACTING RATIONALLY: THE RATIONAL AGENT</a:t>
            </a:r>
            <a:endParaRPr>
              <a:solidFill>
                <a:srgbClr val="FFD966"/>
              </a:solidFill>
            </a:endParaRPr>
          </a:p>
        </p:txBody>
      </p:sp>
      <p:sp>
        <p:nvSpPr>
          <p:cNvPr id="404" name="Google Shape;404;p59"/>
          <p:cNvSpPr txBox="1"/>
          <p:nvPr>
            <p:ph idx="1" type="body"/>
          </p:nvPr>
        </p:nvSpPr>
        <p:spPr>
          <a:xfrm>
            <a:off x="492617" y="1356456"/>
            <a:ext cx="10131425" cy="3649133"/>
          </a:xfrm>
          <a:prstGeom prst="rect">
            <a:avLst/>
          </a:prstGeom>
          <a:noFill/>
          <a:ln>
            <a:noFill/>
          </a:ln>
        </p:spPr>
        <p:txBody>
          <a:bodyPr anchorCtr="0" anchor="ctr" bIns="45700" lIns="91425" spcFirstLastPara="1" rIns="91425" wrap="square" tIns="45700">
            <a:normAutofit/>
          </a:bodyPr>
          <a:lstStyle/>
          <a:p>
            <a:pPr indent="-285750" lvl="0" marL="285750" rtl="0" algn="l">
              <a:lnSpc>
                <a:spcPct val="100000"/>
              </a:lnSpc>
              <a:spcBef>
                <a:spcPts val="0"/>
              </a:spcBef>
              <a:spcAft>
                <a:spcPts val="0"/>
              </a:spcAft>
              <a:buSzPts val="1800"/>
              <a:buChar char="•"/>
            </a:pPr>
            <a:r>
              <a:rPr lang="en-US">
                <a:latin typeface="Verdana"/>
                <a:ea typeface="Verdana"/>
                <a:cs typeface="Verdana"/>
                <a:sym typeface="Verdana"/>
              </a:rPr>
              <a:t>An agent is an entity that perceives its environment and is able to execute actions to change it.</a:t>
            </a:r>
            <a:endParaRPr/>
          </a:p>
          <a:p>
            <a:pPr indent="-285750" lvl="0" marL="285750" rtl="0" algn="l">
              <a:lnSpc>
                <a:spcPct val="100000"/>
              </a:lnSpc>
              <a:spcBef>
                <a:spcPts val="1000"/>
              </a:spcBef>
              <a:spcAft>
                <a:spcPts val="0"/>
              </a:spcAft>
              <a:buSzPts val="1800"/>
              <a:buChar char="•"/>
            </a:pPr>
            <a:r>
              <a:rPr lang="en-US">
                <a:latin typeface="Verdana"/>
                <a:ea typeface="Verdana"/>
                <a:cs typeface="Verdana"/>
                <a:sym typeface="Verdana"/>
              </a:rPr>
              <a:t>Agents have inherent goals that they want to achieve (e.g. survive, reproduce).</a:t>
            </a:r>
            <a:endParaRPr/>
          </a:p>
          <a:p>
            <a:pPr indent="-285750" lvl="0" marL="285750" rtl="0" algn="l">
              <a:lnSpc>
                <a:spcPct val="100000"/>
              </a:lnSpc>
              <a:spcBef>
                <a:spcPts val="1000"/>
              </a:spcBef>
              <a:spcAft>
                <a:spcPts val="0"/>
              </a:spcAft>
              <a:buSzPts val="1800"/>
              <a:buChar char="•"/>
            </a:pPr>
            <a:r>
              <a:rPr lang="en-US">
                <a:latin typeface="Verdana"/>
                <a:ea typeface="Verdana"/>
                <a:cs typeface="Verdana"/>
                <a:sym typeface="Verdana"/>
              </a:rPr>
              <a:t>A rational agent acts in a way to maximize the achievement of its goals.</a:t>
            </a:r>
            <a:endParaRPr/>
          </a:p>
          <a:p>
            <a:pPr indent="-285750" lvl="0" marL="285750" rtl="0" algn="l">
              <a:lnSpc>
                <a:spcPct val="100000"/>
              </a:lnSpc>
              <a:spcBef>
                <a:spcPts val="1000"/>
              </a:spcBef>
              <a:spcAft>
                <a:spcPts val="0"/>
              </a:spcAft>
              <a:buSzPts val="1800"/>
              <a:buChar char="•"/>
            </a:pPr>
            <a:r>
              <a:rPr lang="en-US">
                <a:latin typeface="Verdana"/>
                <a:ea typeface="Verdana"/>
                <a:cs typeface="Verdana"/>
                <a:sym typeface="Verdana"/>
              </a:rPr>
              <a:t>True maximization of goals requires omniscience and unlimited computational abilities.</a:t>
            </a:r>
            <a:endParaRPr/>
          </a:p>
          <a:p>
            <a:pPr indent="-285750" lvl="0" marL="285750" rtl="0" algn="l">
              <a:lnSpc>
                <a:spcPct val="100000"/>
              </a:lnSpc>
              <a:spcBef>
                <a:spcPts val="1000"/>
              </a:spcBef>
              <a:spcAft>
                <a:spcPts val="0"/>
              </a:spcAft>
              <a:buSzPts val="1800"/>
              <a:buChar char="•"/>
            </a:pPr>
            <a:r>
              <a:rPr lang="en-US">
                <a:latin typeface="Verdana"/>
                <a:ea typeface="Verdana"/>
                <a:cs typeface="Verdana"/>
                <a:sym typeface="Verdana"/>
              </a:rPr>
              <a:t>Limited rationality involves maximizing goals within the computational and other resources available.</a:t>
            </a:r>
            <a:endParaRPr/>
          </a:p>
          <a:p>
            <a:pPr indent="0" lvl="0" marL="0" rtl="0" algn="l">
              <a:lnSpc>
                <a:spcPct val="100000"/>
              </a:lnSpc>
              <a:spcBef>
                <a:spcPts val="1000"/>
              </a:spcBef>
              <a:spcAft>
                <a:spcPts val="0"/>
              </a:spcAft>
              <a:buSzPts val="1800"/>
              <a:buNone/>
            </a:pPr>
            <a:r>
              <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8" name="Shape 408"/>
        <p:cNvGrpSpPr/>
        <p:nvPr/>
      </p:nvGrpSpPr>
      <p:grpSpPr>
        <a:xfrm>
          <a:off x="0" y="0"/>
          <a:ext cx="0" cy="0"/>
          <a:chOff x="0" y="0"/>
          <a:chExt cx="0" cy="0"/>
        </a:xfrm>
      </p:grpSpPr>
      <p:sp>
        <p:nvSpPr>
          <p:cNvPr id="409" name="Google Shape;409;p60"/>
          <p:cNvSpPr txBox="1"/>
          <p:nvPr>
            <p:ph type="title"/>
          </p:nvPr>
        </p:nvSpPr>
        <p:spPr>
          <a:xfrm>
            <a:off x="531250" y="0"/>
            <a:ext cx="11006100" cy="14562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rgbClr val="FFFF00"/>
              </a:buClr>
              <a:buSzPts val="3600"/>
              <a:buFont typeface="Verdana"/>
              <a:buNone/>
            </a:pPr>
            <a:r>
              <a:rPr b="1" lang="en-US" sz="3200">
                <a:solidFill>
                  <a:srgbClr val="FFD966"/>
                </a:solidFill>
                <a:latin typeface="Verdana"/>
                <a:ea typeface="Verdana"/>
                <a:cs typeface="Verdana"/>
                <a:sym typeface="Verdana"/>
              </a:rPr>
              <a:t>FOUNDATIONS OF ARTIFICIAL INTELLIGENCE</a:t>
            </a:r>
            <a:endParaRPr sz="3200">
              <a:solidFill>
                <a:srgbClr val="FFD966"/>
              </a:solidFill>
            </a:endParaRPr>
          </a:p>
        </p:txBody>
      </p:sp>
      <p:pic>
        <p:nvPicPr>
          <p:cNvPr id="410" name="Google Shape;410;p60"/>
          <p:cNvPicPr preferRelativeResize="0"/>
          <p:nvPr/>
        </p:nvPicPr>
        <p:blipFill rotWithShape="1">
          <a:blip r:embed="rId3">
            <a:alphaModFix/>
          </a:blip>
          <a:srcRect b="0" l="0" r="0" t="0"/>
          <a:stretch/>
        </p:blipFill>
        <p:spPr>
          <a:xfrm>
            <a:off x="933975" y="1117750"/>
            <a:ext cx="10324050" cy="5676550"/>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4" name="Shape 414"/>
        <p:cNvGrpSpPr/>
        <p:nvPr/>
      </p:nvGrpSpPr>
      <p:grpSpPr>
        <a:xfrm>
          <a:off x="0" y="0"/>
          <a:ext cx="0" cy="0"/>
          <a:chOff x="0" y="0"/>
          <a:chExt cx="0" cy="0"/>
        </a:xfrm>
      </p:grpSpPr>
      <p:sp>
        <p:nvSpPr>
          <p:cNvPr id="415" name="Google Shape;415;p61"/>
          <p:cNvSpPr txBox="1"/>
          <p:nvPr>
            <p:ph type="title"/>
          </p:nvPr>
        </p:nvSpPr>
        <p:spPr>
          <a:xfrm>
            <a:off x="389586" y="0"/>
            <a:ext cx="10131425" cy="1456267"/>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Calibri"/>
              <a:buNone/>
            </a:pPr>
            <a:r>
              <a:rPr b="1" lang="en-US">
                <a:solidFill>
                  <a:srgbClr val="FFD966"/>
                </a:solidFill>
              </a:rPr>
              <a:t>AI UMBRELLA</a:t>
            </a:r>
            <a:endParaRPr>
              <a:solidFill>
                <a:srgbClr val="FFD966"/>
              </a:solidFill>
            </a:endParaRPr>
          </a:p>
        </p:txBody>
      </p:sp>
      <p:pic>
        <p:nvPicPr>
          <p:cNvPr id="416" name="Google Shape;416;p61"/>
          <p:cNvPicPr preferRelativeResize="0"/>
          <p:nvPr>
            <p:ph idx="1" type="body"/>
          </p:nvPr>
        </p:nvPicPr>
        <p:blipFill rotWithShape="1">
          <a:blip r:embed="rId3">
            <a:alphaModFix/>
          </a:blip>
          <a:srcRect b="0" l="0" r="0" t="0"/>
          <a:stretch/>
        </p:blipFill>
        <p:spPr>
          <a:xfrm>
            <a:off x="656822" y="1339403"/>
            <a:ext cx="10496281" cy="5306096"/>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0" name="Shape 420"/>
        <p:cNvGrpSpPr/>
        <p:nvPr/>
      </p:nvGrpSpPr>
      <p:grpSpPr>
        <a:xfrm>
          <a:off x="0" y="0"/>
          <a:ext cx="0" cy="0"/>
          <a:chOff x="0" y="0"/>
          <a:chExt cx="0" cy="0"/>
        </a:xfrm>
      </p:grpSpPr>
      <p:sp>
        <p:nvSpPr>
          <p:cNvPr id="421" name="Google Shape;421;p62"/>
          <p:cNvSpPr txBox="1"/>
          <p:nvPr>
            <p:ph type="title"/>
          </p:nvPr>
        </p:nvSpPr>
        <p:spPr>
          <a:xfrm>
            <a:off x="569891" y="0"/>
            <a:ext cx="10131425" cy="1456267"/>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rgbClr val="FFFF00"/>
              </a:buClr>
              <a:buSzPts val="3600"/>
              <a:buFont typeface="Verdana"/>
              <a:buNone/>
            </a:pPr>
            <a:r>
              <a:rPr b="1" lang="en-US">
                <a:solidFill>
                  <a:srgbClr val="FFD966"/>
                </a:solidFill>
                <a:latin typeface="Verdana"/>
                <a:ea typeface="Verdana"/>
                <a:cs typeface="Verdana"/>
                <a:sym typeface="Verdana"/>
              </a:rPr>
              <a:t>CAN COMPUTERS TALK?</a:t>
            </a:r>
            <a:endParaRPr>
              <a:solidFill>
                <a:srgbClr val="FFD966"/>
              </a:solidFill>
            </a:endParaRPr>
          </a:p>
        </p:txBody>
      </p:sp>
      <p:sp>
        <p:nvSpPr>
          <p:cNvPr id="422" name="Google Shape;422;p62"/>
          <p:cNvSpPr txBox="1"/>
          <p:nvPr>
            <p:ph idx="1" type="body"/>
          </p:nvPr>
        </p:nvSpPr>
        <p:spPr>
          <a:xfrm>
            <a:off x="672925" y="1317825"/>
            <a:ext cx="11223300" cy="5186100"/>
          </a:xfrm>
          <a:prstGeom prst="rect">
            <a:avLst/>
          </a:prstGeom>
          <a:noFill/>
          <a:ln>
            <a:noFill/>
          </a:ln>
        </p:spPr>
        <p:txBody>
          <a:bodyPr anchorCtr="0" anchor="ctr" bIns="45700" lIns="91425" spcFirstLastPara="1" rIns="91425" wrap="square" tIns="45700">
            <a:noAutofit/>
          </a:bodyPr>
          <a:lstStyle/>
          <a:p>
            <a:pPr indent="-285750" lvl="0" marL="285750" rtl="0" algn="l">
              <a:lnSpc>
                <a:spcPct val="100000"/>
              </a:lnSpc>
              <a:spcBef>
                <a:spcPts val="0"/>
              </a:spcBef>
              <a:spcAft>
                <a:spcPts val="0"/>
              </a:spcAft>
              <a:buSzPts val="2000"/>
              <a:buFont typeface="Verdana"/>
              <a:buChar char="•"/>
            </a:pPr>
            <a:r>
              <a:rPr lang="en-US" sz="2000">
                <a:latin typeface="Verdana"/>
                <a:ea typeface="Verdana"/>
                <a:cs typeface="Verdana"/>
                <a:sym typeface="Verdana"/>
              </a:rPr>
              <a:t>This is known as “speech synthesis”</a:t>
            </a:r>
            <a:endParaRPr/>
          </a:p>
          <a:p>
            <a:pPr indent="-285750" lvl="1" marL="742950" rtl="0" algn="l">
              <a:lnSpc>
                <a:spcPct val="100000"/>
              </a:lnSpc>
              <a:spcBef>
                <a:spcPts val="0"/>
              </a:spcBef>
              <a:spcAft>
                <a:spcPts val="0"/>
              </a:spcAft>
              <a:buSzPts val="2000"/>
              <a:buFont typeface="Verdana"/>
              <a:buChar char="–"/>
            </a:pPr>
            <a:r>
              <a:rPr lang="en-US" sz="2000">
                <a:latin typeface="Verdana"/>
                <a:ea typeface="Verdana"/>
                <a:cs typeface="Verdana"/>
                <a:sym typeface="Verdana"/>
              </a:rPr>
              <a:t>translate text to phonetic form</a:t>
            </a:r>
            <a:endParaRPr/>
          </a:p>
          <a:p>
            <a:pPr indent="-285750" lvl="2" marL="1200150" rtl="0" algn="l">
              <a:lnSpc>
                <a:spcPct val="100000"/>
              </a:lnSpc>
              <a:spcBef>
                <a:spcPts val="0"/>
              </a:spcBef>
              <a:spcAft>
                <a:spcPts val="0"/>
              </a:spcAft>
              <a:buSzPts val="2000"/>
              <a:buFont typeface="Verdana"/>
              <a:buChar char="•"/>
            </a:pPr>
            <a:r>
              <a:rPr lang="en-US" sz="2000">
                <a:latin typeface="Verdana"/>
                <a:ea typeface="Verdana"/>
                <a:cs typeface="Verdana"/>
                <a:sym typeface="Verdana"/>
              </a:rPr>
              <a:t>e.g., “fictitious”  -&gt; fik-tish-es</a:t>
            </a:r>
            <a:endParaRPr sz="2000">
              <a:latin typeface="Verdana"/>
              <a:ea typeface="Verdana"/>
              <a:cs typeface="Verdana"/>
              <a:sym typeface="Verdana"/>
            </a:endParaRPr>
          </a:p>
          <a:p>
            <a:pPr indent="-285750" lvl="1" marL="742950" rtl="0" algn="l">
              <a:lnSpc>
                <a:spcPct val="100000"/>
              </a:lnSpc>
              <a:spcBef>
                <a:spcPts val="0"/>
              </a:spcBef>
              <a:spcAft>
                <a:spcPts val="0"/>
              </a:spcAft>
              <a:buSzPts val="2000"/>
              <a:buFont typeface="Verdana"/>
              <a:buChar char="–"/>
            </a:pPr>
            <a:r>
              <a:rPr lang="en-US" sz="2000">
                <a:latin typeface="Verdana"/>
                <a:ea typeface="Verdana"/>
                <a:cs typeface="Verdana"/>
                <a:sym typeface="Verdana"/>
              </a:rPr>
              <a:t>use pronunciation rules to map phonemes to actual sound</a:t>
            </a:r>
            <a:endParaRPr/>
          </a:p>
          <a:p>
            <a:pPr indent="-285750" lvl="2" marL="1200150" rtl="0" algn="l">
              <a:lnSpc>
                <a:spcPct val="100000"/>
              </a:lnSpc>
              <a:spcBef>
                <a:spcPts val="0"/>
              </a:spcBef>
              <a:spcAft>
                <a:spcPts val="0"/>
              </a:spcAft>
              <a:buSzPts val="2000"/>
              <a:buFont typeface="Verdana"/>
              <a:buChar char="•"/>
            </a:pPr>
            <a:r>
              <a:rPr lang="en-US" sz="2000">
                <a:latin typeface="Verdana"/>
                <a:ea typeface="Verdana"/>
                <a:cs typeface="Verdana"/>
                <a:sym typeface="Verdana"/>
              </a:rPr>
              <a:t>e.g., “tish”  -&gt; sequence of basic audio sounds</a:t>
            </a:r>
            <a:br>
              <a:rPr lang="en-US" sz="2000">
                <a:latin typeface="Verdana"/>
                <a:ea typeface="Verdana"/>
                <a:cs typeface="Verdana"/>
                <a:sym typeface="Verdana"/>
              </a:rPr>
            </a:br>
            <a:endParaRPr sz="2000">
              <a:latin typeface="Verdana"/>
              <a:ea typeface="Verdana"/>
              <a:cs typeface="Verdana"/>
              <a:sym typeface="Verdana"/>
            </a:endParaRPr>
          </a:p>
          <a:p>
            <a:pPr indent="-285750" lvl="0" marL="285750" rtl="0" algn="l">
              <a:lnSpc>
                <a:spcPct val="100000"/>
              </a:lnSpc>
              <a:spcBef>
                <a:spcPts val="0"/>
              </a:spcBef>
              <a:spcAft>
                <a:spcPts val="0"/>
              </a:spcAft>
              <a:buSzPts val="2000"/>
              <a:buFont typeface="Verdana"/>
              <a:buChar char="•"/>
            </a:pPr>
            <a:r>
              <a:rPr lang="en-US" sz="2000">
                <a:latin typeface="Verdana"/>
                <a:ea typeface="Verdana"/>
                <a:cs typeface="Verdana"/>
                <a:sym typeface="Verdana"/>
              </a:rPr>
              <a:t>Difficulties</a:t>
            </a:r>
            <a:endParaRPr/>
          </a:p>
          <a:p>
            <a:pPr indent="-285750" lvl="1" marL="742950" rtl="0" algn="l">
              <a:lnSpc>
                <a:spcPct val="100000"/>
              </a:lnSpc>
              <a:spcBef>
                <a:spcPts val="0"/>
              </a:spcBef>
              <a:spcAft>
                <a:spcPts val="0"/>
              </a:spcAft>
              <a:buSzPts val="2000"/>
              <a:buFont typeface="Verdana"/>
              <a:buChar char="–"/>
            </a:pPr>
            <a:r>
              <a:rPr lang="en-US" sz="2000">
                <a:latin typeface="Verdana"/>
                <a:ea typeface="Verdana"/>
                <a:cs typeface="Verdana"/>
                <a:sym typeface="Verdana"/>
              </a:rPr>
              <a:t>sounds made by this “lookup” approach sound unnatural</a:t>
            </a:r>
            <a:endParaRPr/>
          </a:p>
          <a:p>
            <a:pPr indent="-285750" lvl="1" marL="742950" rtl="0" algn="l">
              <a:lnSpc>
                <a:spcPct val="100000"/>
              </a:lnSpc>
              <a:spcBef>
                <a:spcPts val="0"/>
              </a:spcBef>
              <a:spcAft>
                <a:spcPts val="0"/>
              </a:spcAft>
              <a:buSzPts val="2000"/>
              <a:buFont typeface="Verdana"/>
              <a:buChar char="–"/>
            </a:pPr>
            <a:r>
              <a:rPr lang="en-US" sz="2000">
                <a:latin typeface="Verdana"/>
                <a:ea typeface="Verdana"/>
                <a:cs typeface="Verdana"/>
                <a:sym typeface="Verdana"/>
              </a:rPr>
              <a:t>sounds are not independent</a:t>
            </a:r>
            <a:endParaRPr/>
          </a:p>
          <a:p>
            <a:pPr indent="-285750" lvl="2" marL="1200150" rtl="0" algn="l">
              <a:lnSpc>
                <a:spcPct val="100000"/>
              </a:lnSpc>
              <a:spcBef>
                <a:spcPts val="0"/>
              </a:spcBef>
              <a:spcAft>
                <a:spcPts val="0"/>
              </a:spcAft>
              <a:buSzPts val="2000"/>
              <a:buFont typeface="Verdana"/>
              <a:buChar char="•"/>
            </a:pPr>
            <a:r>
              <a:rPr lang="en-US" sz="2000">
                <a:latin typeface="Verdana"/>
                <a:ea typeface="Verdana"/>
                <a:cs typeface="Verdana"/>
                <a:sym typeface="Verdana"/>
              </a:rPr>
              <a:t>e.g., “act” and “action”</a:t>
            </a:r>
            <a:endParaRPr/>
          </a:p>
          <a:p>
            <a:pPr indent="-285750" lvl="2" marL="1200150" rtl="0" algn="l">
              <a:lnSpc>
                <a:spcPct val="100000"/>
              </a:lnSpc>
              <a:spcBef>
                <a:spcPts val="0"/>
              </a:spcBef>
              <a:spcAft>
                <a:spcPts val="0"/>
              </a:spcAft>
              <a:buSzPts val="2000"/>
              <a:buFont typeface="Verdana"/>
              <a:buChar char="•"/>
            </a:pPr>
            <a:r>
              <a:rPr lang="en-US" sz="2000">
                <a:latin typeface="Verdana"/>
                <a:ea typeface="Verdana"/>
                <a:cs typeface="Verdana"/>
                <a:sym typeface="Verdana"/>
              </a:rPr>
              <a:t>modern systems (e.g., at AT&amp;T) can handle this pretty well</a:t>
            </a:r>
            <a:endParaRPr/>
          </a:p>
          <a:p>
            <a:pPr indent="-285750" lvl="1" marL="742950" rtl="0" algn="l">
              <a:lnSpc>
                <a:spcPct val="100000"/>
              </a:lnSpc>
              <a:spcBef>
                <a:spcPts val="0"/>
              </a:spcBef>
              <a:spcAft>
                <a:spcPts val="0"/>
              </a:spcAft>
              <a:buSzPts val="2000"/>
              <a:buFont typeface="Verdana"/>
              <a:buChar char="–"/>
            </a:pPr>
            <a:r>
              <a:rPr lang="en-US" sz="2000">
                <a:latin typeface="Verdana"/>
                <a:ea typeface="Verdana"/>
                <a:cs typeface="Verdana"/>
                <a:sym typeface="Verdana"/>
              </a:rPr>
              <a:t>a harder problem is emphasis, emotion, etc</a:t>
            </a:r>
            <a:endParaRPr sz="2000">
              <a:latin typeface="Verdana"/>
              <a:ea typeface="Verdana"/>
              <a:cs typeface="Verdana"/>
              <a:sym typeface="Verdana"/>
            </a:endParaRPr>
          </a:p>
          <a:p>
            <a:pPr indent="-285750" lvl="2" marL="1200150" rtl="0" algn="l">
              <a:lnSpc>
                <a:spcPct val="100000"/>
              </a:lnSpc>
              <a:spcBef>
                <a:spcPts val="0"/>
              </a:spcBef>
              <a:spcAft>
                <a:spcPts val="0"/>
              </a:spcAft>
              <a:buSzPts val="2000"/>
              <a:buFont typeface="Verdana"/>
              <a:buChar char="•"/>
            </a:pPr>
            <a:r>
              <a:rPr lang="en-US" sz="2000">
                <a:latin typeface="Verdana"/>
                <a:ea typeface="Verdana"/>
                <a:cs typeface="Verdana"/>
                <a:sym typeface="Verdana"/>
              </a:rPr>
              <a:t>humans understand what they are saying</a:t>
            </a:r>
            <a:endParaRPr/>
          </a:p>
          <a:p>
            <a:pPr indent="-285750" lvl="2" marL="1200150" rtl="0" algn="l">
              <a:lnSpc>
                <a:spcPct val="100000"/>
              </a:lnSpc>
              <a:spcBef>
                <a:spcPts val="0"/>
              </a:spcBef>
              <a:spcAft>
                <a:spcPts val="0"/>
              </a:spcAft>
              <a:buSzPts val="2000"/>
              <a:buFont typeface="Verdana"/>
              <a:buChar char="•"/>
            </a:pPr>
            <a:r>
              <a:rPr lang="en-US" sz="2000">
                <a:latin typeface="Verdana"/>
                <a:ea typeface="Verdana"/>
                <a:cs typeface="Verdana"/>
                <a:sym typeface="Verdana"/>
              </a:rPr>
              <a:t>machines don’t: so they sound unnatural</a:t>
            </a:r>
            <a:endParaRPr/>
          </a:p>
          <a:p>
            <a:pPr indent="0" lvl="2" marL="914400" rtl="0" algn="l">
              <a:lnSpc>
                <a:spcPct val="100000"/>
              </a:lnSpc>
              <a:spcBef>
                <a:spcPts val="0"/>
              </a:spcBef>
              <a:spcAft>
                <a:spcPts val="0"/>
              </a:spcAft>
              <a:buSzPts val="2000"/>
              <a:buNone/>
            </a:pPr>
            <a:r>
              <a:t/>
            </a:r>
            <a:endParaRPr sz="2000">
              <a:latin typeface="Verdana"/>
              <a:ea typeface="Verdana"/>
              <a:cs typeface="Verdana"/>
              <a:sym typeface="Verdana"/>
            </a:endParaRPr>
          </a:p>
          <a:p>
            <a:pPr indent="-285750" lvl="0" marL="285750" rtl="0" algn="l">
              <a:lnSpc>
                <a:spcPct val="100000"/>
              </a:lnSpc>
              <a:spcBef>
                <a:spcPts val="0"/>
              </a:spcBef>
              <a:spcAft>
                <a:spcPts val="0"/>
              </a:spcAft>
              <a:buSzPts val="2000"/>
              <a:buFont typeface="Verdana"/>
              <a:buChar char="•"/>
            </a:pPr>
            <a:r>
              <a:rPr lang="en-US" sz="2000">
                <a:latin typeface="Verdana"/>
                <a:ea typeface="Verdana"/>
                <a:cs typeface="Verdana"/>
                <a:sym typeface="Verdana"/>
              </a:rPr>
              <a:t>Conclusion: </a:t>
            </a:r>
            <a:endParaRPr/>
          </a:p>
          <a:p>
            <a:pPr indent="-285750" lvl="1" marL="742950" rtl="0" algn="l">
              <a:lnSpc>
                <a:spcPct val="100000"/>
              </a:lnSpc>
              <a:spcBef>
                <a:spcPts val="0"/>
              </a:spcBef>
              <a:spcAft>
                <a:spcPts val="0"/>
              </a:spcAft>
              <a:buSzPts val="2000"/>
              <a:buFont typeface="Verdana"/>
              <a:buChar char="–"/>
            </a:pPr>
            <a:r>
              <a:rPr lang="en-US" sz="2000">
                <a:latin typeface="Verdana"/>
                <a:ea typeface="Verdana"/>
                <a:cs typeface="Verdana"/>
                <a:sym typeface="Verdana"/>
              </a:rPr>
              <a:t>NO,</a:t>
            </a:r>
            <a:r>
              <a:rPr b="1" lang="en-US" sz="2000">
                <a:latin typeface="Verdana"/>
                <a:ea typeface="Verdana"/>
                <a:cs typeface="Verdana"/>
                <a:sym typeface="Verdana"/>
              </a:rPr>
              <a:t> </a:t>
            </a:r>
            <a:r>
              <a:rPr lang="en-US" sz="2000">
                <a:latin typeface="Verdana"/>
                <a:ea typeface="Verdana"/>
                <a:cs typeface="Verdana"/>
                <a:sym typeface="Verdana"/>
              </a:rPr>
              <a:t>for complete sentences</a:t>
            </a:r>
            <a:endParaRPr/>
          </a:p>
          <a:p>
            <a:pPr indent="-285750" lvl="1" marL="742950" rtl="0" algn="l">
              <a:lnSpc>
                <a:spcPct val="100000"/>
              </a:lnSpc>
              <a:spcBef>
                <a:spcPts val="0"/>
              </a:spcBef>
              <a:spcAft>
                <a:spcPts val="0"/>
              </a:spcAft>
              <a:buSzPts val="2000"/>
              <a:buFont typeface="Verdana"/>
              <a:buChar char="–"/>
            </a:pPr>
            <a:r>
              <a:rPr lang="en-US" sz="2000">
                <a:latin typeface="Verdana"/>
                <a:ea typeface="Verdana"/>
                <a:cs typeface="Verdana"/>
                <a:sym typeface="Verdana"/>
              </a:rPr>
              <a:t>YES, for individual words</a:t>
            </a:r>
            <a:endParaRPr sz="2000"/>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6" name="Shape 426"/>
        <p:cNvGrpSpPr/>
        <p:nvPr/>
      </p:nvGrpSpPr>
      <p:grpSpPr>
        <a:xfrm>
          <a:off x="0" y="0"/>
          <a:ext cx="0" cy="0"/>
          <a:chOff x="0" y="0"/>
          <a:chExt cx="0" cy="0"/>
        </a:xfrm>
      </p:grpSpPr>
      <p:sp>
        <p:nvSpPr>
          <p:cNvPr id="427" name="Google Shape;427;p63"/>
          <p:cNvSpPr txBox="1"/>
          <p:nvPr>
            <p:ph type="title"/>
          </p:nvPr>
        </p:nvSpPr>
        <p:spPr>
          <a:xfrm>
            <a:off x="685801" y="609600"/>
            <a:ext cx="10131425" cy="1456267"/>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rgbClr val="FFFF00"/>
              </a:buClr>
              <a:buSzPts val="3600"/>
              <a:buFont typeface="Calibri"/>
              <a:buNone/>
            </a:pPr>
            <a:r>
              <a:rPr b="1" lang="en-US">
                <a:solidFill>
                  <a:srgbClr val="FFD966"/>
                </a:solidFill>
              </a:rPr>
              <a:t>TOPICS</a:t>
            </a:r>
            <a:endParaRPr b="1">
              <a:solidFill>
                <a:srgbClr val="FFD966"/>
              </a:solidFill>
            </a:endParaRPr>
          </a:p>
        </p:txBody>
      </p:sp>
      <p:sp>
        <p:nvSpPr>
          <p:cNvPr id="428" name="Google Shape;428;p63"/>
          <p:cNvSpPr txBox="1"/>
          <p:nvPr>
            <p:ph idx="1" type="body"/>
          </p:nvPr>
        </p:nvSpPr>
        <p:spPr>
          <a:xfrm>
            <a:off x="685801" y="2142067"/>
            <a:ext cx="10131425" cy="3649133"/>
          </a:xfrm>
          <a:prstGeom prst="rect">
            <a:avLst/>
          </a:prstGeom>
          <a:noFill/>
          <a:ln>
            <a:noFill/>
          </a:ln>
        </p:spPr>
        <p:txBody>
          <a:bodyPr anchorCtr="0" anchor="ctr" bIns="45700" lIns="91425" spcFirstLastPara="1" rIns="91425" wrap="square" tIns="45700">
            <a:normAutofit/>
          </a:bodyPr>
          <a:lstStyle/>
          <a:p>
            <a:pPr indent="-285750" lvl="0" marL="285750" rtl="0" algn="l">
              <a:lnSpc>
                <a:spcPct val="100000"/>
              </a:lnSpc>
              <a:spcBef>
                <a:spcPts val="0"/>
              </a:spcBef>
              <a:spcAft>
                <a:spcPts val="0"/>
              </a:spcAft>
              <a:buSzPts val="2400"/>
              <a:buChar char="•"/>
            </a:pPr>
            <a:r>
              <a:rPr b="1" lang="en-US" sz="2400"/>
              <a:t>LOAN Prediction</a:t>
            </a:r>
            <a:endParaRPr/>
          </a:p>
          <a:p>
            <a:pPr indent="-285750" lvl="0" marL="285750" rtl="0" algn="l">
              <a:lnSpc>
                <a:spcPct val="100000"/>
              </a:lnSpc>
              <a:spcBef>
                <a:spcPts val="1000"/>
              </a:spcBef>
              <a:spcAft>
                <a:spcPts val="0"/>
              </a:spcAft>
              <a:buSzPts val="2400"/>
              <a:buChar char="•"/>
            </a:pPr>
            <a:r>
              <a:rPr b="1" lang="en-US" sz="2400"/>
              <a:t>Visual Recognition</a:t>
            </a:r>
            <a:endParaRPr/>
          </a:p>
          <a:p>
            <a:pPr indent="-285750" lvl="0" marL="285750" rtl="0" algn="l">
              <a:lnSpc>
                <a:spcPct val="100000"/>
              </a:lnSpc>
              <a:spcBef>
                <a:spcPts val="1000"/>
              </a:spcBef>
              <a:spcAft>
                <a:spcPts val="0"/>
              </a:spcAft>
              <a:buSzPts val="2400"/>
              <a:buChar char="•"/>
            </a:pPr>
            <a:r>
              <a:rPr b="1" lang="en-US" sz="2400"/>
              <a:t>Image Recognition</a:t>
            </a:r>
            <a:endParaRPr/>
          </a:p>
          <a:p>
            <a:pPr indent="-285750" lvl="0" marL="285750" rtl="0" algn="l">
              <a:lnSpc>
                <a:spcPct val="100000"/>
              </a:lnSpc>
              <a:spcBef>
                <a:spcPts val="1000"/>
              </a:spcBef>
              <a:spcAft>
                <a:spcPts val="0"/>
              </a:spcAft>
              <a:buSzPts val="2400"/>
              <a:buChar char="•"/>
            </a:pPr>
            <a:r>
              <a:rPr b="1" lang="en-US" sz="2400"/>
              <a:t>Business (product marketing prediction)</a:t>
            </a:r>
            <a:endParaRPr/>
          </a:p>
          <a:p>
            <a:pPr indent="0" lvl="0" marL="0" rtl="0" algn="l">
              <a:lnSpc>
                <a:spcPct val="100000"/>
              </a:lnSpc>
              <a:spcBef>
                <a:spcPts val="1000"/>
              </a:spcBef>
              <a:spcAft>
                <a:spcPts val="0"/>
              </a:spcAft>
              <a:buSzPts val="2400"/>
              <a:buNone/>
            </a:pPr>
            <a:r>
              <a:t/>
            </a:r>
            <a:endParaRPr b="1" sz="2400"/>
          </a:p>
          <a:p>
            <a:pPr indent="-171450" lvl="0" marL="285750" rtl="0" algn="l">
              <a:lnSpc>
                <a:spcPct val="100000"/>
              </a:lnSpc>
              <a:spcBef>
                <a:spcPts val="1000"/>
              </a:spcBef>
              <a:spcAft>
                <a:spcPts val="0"/>
              </a:spcAft>
              <a:buSzPts val="1800"/>
              <a:buNone/>
            </a:pPr>
            <a:r>
              <a:t/>
            </a:r>
            <a:endParaRPr/>
          </a:p>
          <a:p>
            <a:pPr indent="-171450" lvl="0" marL="285750" rtl="0" algn="l">
              <a:lnSpc>
                <a:spcPct val="100000"/>
              </a:lnSpc>
              <a:spcBef>
                <a:spcPts val="1000"/>
              </a:spcBef>
              <a:spcAft>
                <a:spcPts val="0"/>
              </a:spcAft>
              <a:buSzPts val="1800"/>
              <a:buNone/>
            </a:pPr>
            <a:r>
              <a:t/>
            </a:r>
            <a:endParaRPr/>
          </a:p>
          <a:p>
            <a:pPr indent="-171450" lvl="0" marL="285750" rtl="0" algn="l">
              <a:lnSpc>
                <a:spcPct val="100000"/>
              </a:lnSpc>
              <a:spcBef>
                <a:spcPts val="1000"/>
              </a:spcBef>
              <a:spcAft>
                <a:spcPts val="0"/>
              </a:spcAft>
              <a:buSzPts val="1800"/>
              <a:buNone/>
            </a:pPr>
            <a:r>
              <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 name="Shape 432"/>
        <p:cNvGrpSpPr/>
        <p:nvPr/>
      </p:nvGrpSpPr>
      <p:grpSpPr>
        <a:xfrm>
          <a:off x="0" y="0"/>
          <a:ext cx="0" cy="0"/>
          <a:chOff x="0" y="0"/>
          <a:chExt cx="0" cy="0"/>
        </a:xfrm>
      </p:grpSpPr>
      <p:sp>
        <p:nvSpPr>
          <p:cNvPr id="433" name="Google Shape;433;p64"/>
          <p:cNvSpPr txBox="1"/>
          <p:nvPr>
            <p:ph type="title"/>
          </p:nvPr>
        </p:nvSpPr>
        <p:spPr>
          <a:xfrm>
            <a:off x="685801" y="609600"/>
            <a:ext cx="10131425" cy="1456267"/>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Calibri"/>
              <a:buNone/>
            </a:pPr>
            <a:r>
              <a:t/>
            </a:r>
            <a:endParaRPr/>
          </a:p>
        </p:txBody>
      </p:sp>
      <p:pic>
        <p:nvPicPr>
          <p:cNvPr id="434" name="Google Shape;434;p64"/>
          <p:cNvPicPr preferRelativeResize="0"/>
          <p:nvPr>
            <p:ph idx="1" type="body"/>
          </p:nvPr>
        </p:nvPicPr>
        <p:blipFill rotWithShape="1">
          <a:blip r:embed="rId3">
            <a:alphaModFix/>
          </a:blip>
          <a:srcRect b="0" l="0" r="0" t="0"/>
          <a:stretch/>
        </p:blipFill>
        <p:spPr>
          <a:xfrm>
            <a:off x="685801" y="609600"/>
            <a:ext cx="10505940" cy="5430592"/>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8" name="Shape 438"/>
        <p:cNvGrpSpPr/>
        <p:nvPr/>
      </p:nvGrpSpPr>
      <p:grpSpPr>
        <a:xfrm>
          <a:off x="0" y="0"/>
          <a:ext cx="0" cy="0"/>
          <a:chOff x="0" y="0"/>
          <a:chExt cx="0" cy="0"/>
        </a:xfrm>
      </p:grpSpPr>
      <p:sp>
        <p:nvSpPr>
          <p:cNvPr id="439" name="Google Shape;439;p65"/>
          <p:cNvSpPr txBox="1"/>
          <p:nvPr>
            <p:ph type="title"/>
          </p:nvPr>
        </p:nvSpPr>
        <p:spPr>
          <a:xfrm>
            <a:off x="685801" y="609600"/>
            <a:ext cx="10131425" cy="1456267"/>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Calibri"/>
              <a:buNone/>
            </a:pPr>
            <a:r>
              <a:t/>
            </a:r>
            <a:endParaRPr/>
          </a:p>
        </p:txBody>
      </p:sp>
      <p:pic>
        <p:nvPicPr>
          <p:cNvPr id="440" name="Google Shape;440;p65"/>
          <p:cNvPicPr preferRelativeResize="0"/>
          <p:nvPr>
            <p:ph idx="1" type="body"/>
          </p:nvPr>
        </p:nvPicPr>
        <p:blipFill rotWithShape="1">
          <a:blip r:embed="rId3">
            <a:alphaModFix/>
          </a:blip>
          <a:srcRect b="0" l="0" r="0" t="0"/>
          <a:stretch/>
        </p:blipFill>
        <p:spPr>
          <a:xfrm>
            <a:off x="685800" y="609600"/>
            <a:ext cx="10608971" cy="5520744"/>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4" name="Shape 444"/>
        <p:cNvGrpSpPr/>
        <p:nvPr/>
      </p:nvGrpSpPr>
      <p:grpSpPr>
        <a:xfrm>
          <a:off x="0" y="0"/>
          <a:ext cx="0" cy="0"/>
          <a:chOff x="0" y="0"/>
          <a:chExt cx="0" cy="0"/>
        </a:xfrm>
      </p:grpSpPr>
      <p:sp>
        <p:nvSpPr>
          <p:cNvPr id="445" name="Google Shape;445;p66"/>
          <p:cNvSpPr txBox="1"/>
          <p:nvPr>
            <p:ph type="title"/>
          </p:nvPr>
        </p:nvSpPr>
        <p:spPr>
          <a:xfrm>
            <a:off x="569889" y="-9659"/>
            <a:ext cx="10131425" cy="1456267"/>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rgbClr val="FFFF00"/>
              </a:buClr>
              <a:buSzPts val="3600"/>
              <a:buFont typeface="Verdana"/>
              <a:buNone/>
            </a:pPr>
            <a:r>
              <a:rPr b="1" lang="en-US">
                <a:solidFill>
                  <a:srgbClr val="FFD966"/>
                </a:solidFill>
                <a:latin typeface="Verdana"/>
                <a:ea typeface="Verdana"/>
                <a:cs typeface="Verdana"/>
                <a:sym typeface="Verdana"/>
              </a:rPr>
              <a:t>CAN COMPUTERS “SEE”?</a:t>
            </a:r>
            <a:endParaRPr>
              <a:solidFill>
                <a:srgbClr val="FFD966"/>
              </a:solidFill>
            </a:endParaRPr>
          </a:p>
        </p:txBody>
      </p:sp>
      <p:sp>
        <p:nvSpPr>
          <p:cNvPr id="446" name="Google Shape;446;p66"/>
          <p:cNvSpPr txBox="1"/>
          <p:nvPr>
            <p:ph idx="1" type="body"/>
          </p:nvPr>
        </p:nvSpPr>
        <p:spPr>
          <a:xfrm>
            <a:off x="415538" y="1140575"/>
            <a:ext cx="10809000" cy="52407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SzPts val="1800"/>
              <a:buNone/>
            </a:pPr>
            <a:r>
              <a:rPr lang="en-US">
                <a:latin typeface="Verdana"/>
                <a:ea typeface="Verdana"/>
                <a:cs typeface="Verdana"/>
                <a:sym typeface="Verdana"/>
              </a:rPr>
              <a:t>Recognition v. Understanding (like Speech)</a:t>
            </a:r>
            <a:endParaRPr/>
          </a:p>
          <a:p>
            <a:pPr indent="-285750" lvl="1" marL="742950" rtl="0" algn="l">
              <a:lnSpc>
                <a:spcPct val="100000"/>
              </a:lnSpc>
              <a:spcBef>
                <a:spcPts val="0"/>
              </a:spcBef>
              <a:spcAft>
                <a:spcPts val="0"/>
              </a:spcAft>
              <a:buSzPts val="1600"/>
              <a:buFont typeface="Verdana"/>
              <a:buChar char="–"/>
            </a:pPr>
            <a:r>
              <a:rPr lang="en-US">
                <a:latin typeface="Verdana"/>
                <a:ea typeface="Verdana"/>
                <a:cs typeface="Verdana"/>
                <a:sym typeface="Verdana"/>
              </a:rPr>
              <a:t>Recognition and Understanding of Objects in a scene</a:t>
            </a:r>
            <a:endParaRPr/>
          </a:p>
          <a:p>
            <a:pPr indent="-285750" lvl="2" marL="1200150" rtl="0" algn="l">
              <a:lnSpc>
                <a:spcPct val="100000"/>
              </a:lnSpc>
              <a:spcBef>
                <a:spcPts val="0"/>
              </a:spcBef>
              <a:spcAft>
                <a:spcPts val="0"/>
              </a:spcAft>
              <a:buSzPts val="1600"/>
              <a:buFont typeface="Verdana"/>
              <a:buChar char="•"/>
            </a:pPr>
            <a:r>
              <a:rPr lang="en-US" sz="1600">
                <a:latin typeface="Verdana"/>
                <a:ea typeface="Verdana"/>
                <a:cs typeface="Verdana"/>
                <a:sym typeface="Verdana"/>
              </a:rPr>
              <a:t>look around this room</a:t>
            </a:r>
            <a:endParaRPr/>
          </a:p>
          <a:p>
            <a:pPr indent="-285750" lvl="2" marL="1200150" rtl="0" algn="l">
              <a:lnSpc>
                <a:spcPct val="100000"/>
              </a:lnSpc>
              <a:spcBef>
                <a:spcPts val="0"/>
              </a:spcBef>
              <a:spcAft>
                <a:spcPts val="0"/>
              </a:spcAft>
              <a:buSzPts val="1600"/>
              <a:buFont typeface="Verdana"/>
              <a:buChar char="•"/>
            </a:pPr>
            <a:r>
              <a:rPr lang="en-US" sz="1600">
                <a:latin typeface="Verdana"/>
                <a:ea typeface="Verdana"/>
                <a:cs typeface="Verdana"/>
                <a:sym typeface="Verdana"/>
              </a:rPr>
              <a:t>you can effortlessly recognize objects</a:t>
            </a:r>
            <a:endParaRPr/>
          </a:p>
          <a:p>
            <a:pPr indent="-285750" lvl="2" marL="1200150" rtl="0" algn="l">
              <a:lnSpc>
                <a:spcPct val="100000"/>
              </a:lnSpc>
              <a:spcBef>
                <a:spcPts val="0"/>
              </a:spcBef>
              <a:spcAft>
                <a:spcPts val="0"/>
              </a:spcAft>
              <a:buSzPts val="1600"/>
              <a:buFont typeface="Verdana"/>
              <a:buChar char="•"/>
            </a:pPr>
            <a:r>
              <a:rPr lang="en-US" sz="1600">
                <a:latin typeface="Verdana"/>
                <a:ea typeface="Verdana"/>
                <a:cs typeface="Verdana"/>
                <a:sym typeface="Verdana"/>
              </a:rPr>
              <a:t>human brain can map 2d visual image to 3d “map” </a:t>
            </a:r>
            <a:br>
              <a:rPr lang="en-US" sz="1600">
                <a:latin typeface="Verdana"/>
                <a:ea typeface="Verdana"/>
                <a:cs typeface="Verdana"/>
                <a:sym typeface="Verdana"/>
              </a:rPr>
            </a:br>
            <a:endParaRPr sz="1600">
              <a:latin typeface="Verdana"/>
              <a:ea typeface="Verdana"/>
              <a:cs typeface="Verdana"/>
              <a:sym typeface="Verdana"/>
            </a:endParaRPr>
          </a:p>
          <a:p>
            <a:pPr indent="-285750" lvl="0" marL="285750" rtl="0" algn="l">
              <a:lnSpc>
                <a:spcPct val="100000"/>
              </a:lnSpc>
              <a:spcBef>
                <a:spcPts val="0"/>
              </a:spcBef>
              <a:spcAft>
                <a:spcPts val="0"/>
              </a:spcAft>
              <a:buSzPts val="1800"/>
              <a:buChar char="•"/>
            </a:pPr>
            <a:r>
              <a:rPr lang="en-US">
                <a:latin typeface="Verdana"/>
                <a:ea typeface="Verdana"/>
                <a:cs typeface="Verdana"/>
                <a:sym typeface="Verdana"/>
              </a:rPr>
              <a:t>Why is visual recognition a hard problem?</a:t>
            </a:r>
            <a:endParaRPr/>
          </a:p>
          <a:p>
            <a:pPr indent="-171450" lvl="0" marL="285750" rtl="0" algn="l">
              <a:lnSpc>
                <a:spcPct val="100000"/>
              </a:lnSpc>
              <a:spcBef>
                <a:spcPts val="1000"/>
              </a:spcBef>
              <a:spcAft>
                <a:spcPts val="0"/>
              </a:spcAft>
              <a:buSzPts val="1800"/>
              <a:buNone/>
            </a:pPr>
            <a:r>
              <a:t/>
            </a:r>
            <a:endParaRPr>
              <a:latin typeface="Verdana"/>
              <a:ea typeface="Verdana"/>
              <a:cs typeface="Verdana"/>
              <a:sym typeface="Verdana"/>
            </a:endParaRPr>
          </a:p>
          <a:p>
            <a:pPr indent="0" lvl="0" marL="0" rtl="0" algn="l">
              <a:lnSpc>
                <a:spcPct val="100000"/>
              </a:lnSpc>
              <a:spcBef>
                <a:spcPts val="1000"/>
              </a:spcBef>
              <a:spcAft>
                <a:spcPts val="0"/>
              </a:spcAft>
              <a:buSzPts val="1800"/>
              <a:buNone/>
            </a:pPr>
            <a:br>
              <a:rPr lang="en-US">
                <a:latin typeface="Verdana"/>
                <a:ea typeface="Verdana"/>
                <a:cs typeface="Verdana"/>
                <a:sym typeface="Verdana"/>
              </a:rPr>
            </a:br>
            <a:endParaRPr>
              <a:latin typeface="Verdana"/>
              <a:ea typeface="Verdana"/>
              <a:cs typeface="Verdana"/>
              <a:sym typeface="Verdana"/>
            </a:endParaRPr>
          </a:p>
          <a:p>
            <a:pPr indent="0" lvl="0" marL="0" rtl="0" algn="l">
              <a:lnSpc>
                <a:spcPct val="100000"/>
              </a:lnSpc>
              <a:spcBef>
                <a:spcPts val="1000"/>
              </a:spcBef>
              <a:spcAft>
                <a:spcPts val="0"/>
              </a:spcAft>
              <a:buSzPts val="1800"/>
              <a:buNone/>
            </a:pPr>
            <a:r>
              <a:t/>
            </a:r>
            <a:endParaRPr/>
          </a:p>
          <a:p>
            <a:pPr indent="-285750" lvl="0" marL="285750" rtl="0" algn="l">
              <a:lnSpc>
                <a:spcPct val="100000"/>
              </a:lnSpc>
              <a:spcBef>
                <a:spcPts val="1000"/>
              </a:spcBef>
              <a:spcAft>
                <a:spcPts val="0"/>
              </a:spcAft>
              <a:buSzPts val="1800"/>
              <a:buFont typeface="Verdana"/>
              <a:buChar char="•"/>
            </a:pPr>
            <a:r>
              <a:rPr lang="en-US">
                <a:latin typeface="Verdana"/>
                <a:ea typeface="Verdana"/>
                <a:cs typeface="Verdana"/>
                <a:sym typeface="Verdana"/>
              </a:rPr>
              <a:t>Conclusion: </a:t>
            </a:r>
            <a:endParaRPr/>
          </a:p>
          <a:p>
            <a:pPr indent="-285750" lvl="1" marL="742950" rtl="0" algn="l">
              <a:lnSpc>
                <a:spcPct val="100000"/>
              </a:lnSpc>
              <a:spcBef>
                <a:spcPts val="0"/>
              </a:spcBef>
              <a:spcAft>
                <a:spcPts val="0"/>
              </a:spcAft>
              <a:buSzPts val="1600"/>
              <a:buFont typeface="Verdana"/>
              <a:buChar char="–"/>
            </a:pPr>
            <a:r>
              <a:rPr lang="en-US">
                <a:latin typeface="Verdana"/>
                <a:ea typeface="Verdana"/>
                <a:cs typeface="Verdana"/>
                <a:sym typeface="Verdana"/>
              </a:rPr>
              <a:t>mostly NO:</a:t>
            </a:r>
            <a:r>
              <a:rPr b="1" lang="en-US">
                <a:latin typeface="Verdana"/>
                <a:ea typeface="Verdana"/>
                <a:cs typeface="Verdana"/>
                <a:sym typeface="Verdana"/>
              </a:rPr>
              <a:t> </a:t>
            </a:r>
            <a:r>
              <a:rPr lang="en-US">
                <a:latin typeface="Verdana"/>
                <a:ea typeface="Verdana"/>
                <a:cs typeface="Verdana"/>
                <a:sym typeface="Verdana"/>
              </a:rPr>
              <a:t>computers can only “see” certain types of objects under limited circumstances</a:t>
            </a:r>
            <a:endParaRPr/>
          </a:p>
          <a:p>
            <a:pPr indent="-285750" lvl="1" marL="742950" rtl="0" algn="l">
              <a:lnSpc>
                <a:spcPct val="100000"/>
              </a:lnSpc>
              <a:spcBef>
                <a:spcPts val="0"/>
              </a:spcBef>
              <a:spcAft>
                <a:spcPts val="0"/>
              </a:spcAft>
              <a:buSzPts val="1600"/>
              <a:buFont typeface="Verdana"/>
              <a:buChar char="–"/>
            </a:pPr>
            <a:r>
              <a:rPr lang="en-US">
                <a:latin typeface="Verdana"/>
                <a:ea typeface="Verdana"/>
                <a:cs typeface="Verdana"/>
                <a:sym typeface="Verdana"/>
              </a:rPr>
              <a:t>YES for certain constrained problems (e.g., face recognition)</a:t>
            </a:r>
            <a:endParaRPr/>
          </a:p>
        </p:txBody>
      </p:sp>
      <p:sp>
        <p:nvSpPr>
          <p:cNvPr id="447" name="Google Shape;447;p66"/>
          <p:cNvSpPr/>
          <p:nvPr/>
        </p:nvSpPr>
        <p:spPr>
          <a:xfrm>
            <a:off x="3060611" y="3606650"/>
            <a:ext cx="5602310" cy="1365161"/>
          </a:xfrm>
          <a:prstGeom prst="rect">
            <a:avLst/>
          </a:prstGeom>
          <a:solidFill>
            <a:schemeClr val="lt1"/>
          </a:solid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nvGrpSpPr>
          <p:cNvPr id="448" name="Google Shape;448;p66"/>
          <p:cNvGrpSpPr/>
          <p:nvPr/>
        </p:nvGrpSpPr>
        <p:grpSpPr>
          <a:xfrm>
            <a:off x="3187611" y="3609781"/>
            <a:ext cx="5410200" cy="1143000"/>
            <a:chOff x="1148" y="2164"/>
            <a:chExt cx="3408" cy="720"/>
          </a:xfrm>
        </p:grpSpPr>
        <p:cxnSp>
          <p:nvCxnSpPr>
            <p:cNvPr id="449" name="Google Shape;449;p66"/>
            <p:cNvCxnSpPr/>
            <p:nvPr/>
          </p:nvCxnSpPr>
          <p:spPr>
            <a:xfrm flipH="1">
              <a:off x="1148" y="2308"/>
              <a:ext cx="200" cy="376"/>
            </a:xfrm>
            <a:prstGeom prst="straightConnector1">
              <a:avLst/>
            </a:prstGeom>
            <a:noFill/>
            <a:ln cap="flat" cmpd="sng" w="12700">
              <a:solidFill>
                <a:srgbClr val="000000"/>
              </a:solidFill>
              <a:prstDash val="solid"/>
              <a:round/>
              <a:headEnd len="sm" w="sm" type="none"/>
              <a:tailEnd len="sm" w="sm" type="none"/>
            </a:ln>
          </p:spPr>
        </p:cxnSp>
        <p:cxnSp>
          <p:nvCxnSpPr>
            <p:cNvPr id="450" name="Google Shape;450;p66"/>
            <p:cNvCxnSpPr/>
            <p:nvPr/>
          </p:nvCxnSpPr>
          <p:spPr>
            <a:xfrm>
              <a:off x="1348" y="2308"/>
              <a:ext cx="88" cy="376"/>
            </a:xfrm>
            <a:prstGeom prst="straightConnector1">
              <a:avLst/>
            </a:prstGeom>
            <a:noFill/>
            <a:ln cap="flat" cmpd="sng" w="12700">
              <a:solidFill>
                <a:srgbClr val="000000"/>
              </a:solidFill>
              <a:prstDash val="solid"/>
              <a:round/>
              <a:headEnd len="sm" w="sm" type="none"/>
              <a:tailEnd len="sm" w="sm" type="none"/>
            </a:ln>
          </p:spPr>
        </p:cxnSp>
        <p:cxnSp>
          <p:nvCxnSpPr>
            <p:cNvPr id="451" name="Google Shape;451;p66"/>
            <p:cNvCxnSpPr/>
            <p:nvPr/>
          </p:nvCxnSpPr>
          <p:spPr>
            <a:xfrm>
              <a:off x="1252" y="2496"/>
              <a:ext cx="136" cy="0"/>
            </a:xfrm>
            <a:prstGeom prst="straightConnector1">
              <a:avLst/>
            </a:prstGeom>
            <a:noFill/>
            <a:ln cap="flat" cmpd="sng" w="12700">
              <a:solidFill>
                <a:srgbClr val="000000"/>
              </a:solidFill>
              <a:prstDash val="solid"/>
              <a:round/>
              <a:headEnd len="sm" w="sm" type="none"/>
              <a:tailEnd len="sm" w="sm" type="none"/>
            </a:ln>
          </p:spPr>
        </p:cxnSp>
        <p:cxnSp>
          <p:nvCxnSpPr>
            <p:cNvPr id="452" name="Google Shape;452;p66"/>
            <p:cNvCxnSpPr/>
            <p:nvPr/>
          </p:nvCxnSpPr>
          <p:spPr>
            <a:xfrm>
              <a:off x="2172" y="2412"/>
              <a:ext cx="168" cy="360"/>
            </a:xfrm>
            <a:prstGeom prst="straightConnector1">
              <a:avLst/>
            </a:prstGeom>
            <a:noFill/>
            <a:ln cap="flat" cmpd="dbl" w="38100">
              <a:solidFill>
                <a:srgbClr val="000000"/>
              </a:solidFill>
              <a:prstDash val="lgDash"/>
              <a:round/>
              <a:headEnd len="sm" w="sm" type="none"/>
              <a:tailEnd len="sm" w="sm" type="none"/>
            </a:ln>
          </p:spPr>
        </p:cxnSp>
        <p:cxnSp>
          <p:nvCxnSpPr>
            <p:cNvPr id="453" name="Google Shape;453;p66"/>
            <p:cNvCxnSpPr/>
            <p:nvPr/>
          </p:nvCxnSpPr>
          <p:spPr>
            <a:xfrm flipH="1">
              <a:off x="2340" y="2412"/>
              <a:ext cx="120" cy="360"/>
            </a:xfrm>
            <a:prstGeom prst="straightConnector1">
              <a:avLst/>
            </a:prstGeom>
            <a:noFill/>
            <a:ln cap="flat" cmpd="dbl" w="38100">
              <a:solidFill>
                <a:srgbClr val="000000"/>
              </a:solidFill>
              <a:prstDash val="lgDash"/>
              <a:round/>
              <a:headEnd len="sm" w="sm" type="none"/>
              <a:tailEnd len="sm" w="sm" type="none"/>
            </a:ln>
          </p:spPr>
        </p:cxnSp>
        <p:cxnSp>
          <p:nvCxnSpPr>
            <p:cNvPr id="454" name="Google Shape;454;p66"/>
            <p:cNvCxnSpPr/>
            <p:nvPr/>
          </p:nvCxnSpPr>
          <p:spPr>
            <a:xfrm rot="10800000">
              <a:off x="2244" y="2592"/>
              <a:ext cx="168" cy="0"/>
            </a:xfrm>
            <a:prstGeom prst="straightConnector1">
              <a:avLst/>
            </a:prstGeom>
            <a:noFill/>
            <a:ln cap="flat" cmpd="dbl" w="38100">
              <a:solidFill>
                <a:srgbClr val="000000"/>
              </a:solidFill>
              <a:prstDash val="lgDash"/>
              <a:round/>
              <a:headEnd len="sm" w="sm" type="none"/>
              <a:tailEnd len="sm" w="sm" type="none"/>
            </a:ln>
          </p:spPr>
        </p:cxnSp>
        <p:grpSp>
          <p:nvGrpSpPr>
            <p:cNvPr id="455" name="Google Shape;455;p66"/>
            <p:cNvGrpSpPr/>
            <p:nvPr/>
          </p:nvGrpSpPr>
          <p:grpSpPr>
            <a:xfrm>
              <a:off x="3104" y="2528"/>
              <a:ext cx="320" cy="288"/>
              <a:chOff x="3104" y="2528"/>
              <a:chExt cx="320" cy="288"/>
            </a:xfrm>
          </p:grpSpPr>
          <p:cxnSp>
            <p:nvCxnSpPr>
              <p:cNvPr id="456" name="Google Shape;456;p66"/>
              <p:cNvCxnSpPr/>
              <p:nvPr/>
            </p:nvCxnSpPr>
            <p:spPr>
              <a:xfrm flipH="1" rot="10800000">
                <a:off x="3104" y="2560"/>
                <a:ext cx="320" cy="256"/>
              </a:xfrm>
              <a:prstGeom prst="straightConnector1">
                <a:avLst/>
              </a:prstGeom>
              <a:noFill/>
              <a:ln cap="flat" cmpd="sng" w="101600">
                <a:solidFill>
                  <a:srgbClr val="000000"/>
                </a:solidFill>
                <a:prstDash val="solid"/>
                <a:round/>
                <a:headEnd len="sm" w="sm" type="none"/>
                <a:tailEnd len="sm" w="sm" type="none"/>
              </a:ln>
            </p:spPr>
          </p:cxnSp>
          <p:cxnSp>
            <p:nvCxnSpPr>
              <p:cNvPr id="457" name="Google Shape;457;p66"/>
              <p:cNvCxnSpPr/>
              <p:nvPr/>
            </p:nvCxnSpPr>
            <p:spPr>
              <a:xfrm>
                <a:off x="3104" y="2528"/>
                <a:ext cx="320" cy="32"/>
              </a:xfrm>
              <a:prstGeom prst="straightConnector1">
                <a:avLst/>
              </a:prstGeom>
              <a:noFill/>
              <a:ln cap="flat" cmpd="sng" w="101600">
                <a:solidFill>
                  <a:srgbClr val="000000"/>
                </a:solidFill>
                <a:prstDash val="solid"/>
                <a:round/>
                <a:headEnd len="sm" w="sm" type="none"/>
                <a:tailEnd len="sm" w="sm" type="none"/>
              </a:ln>
            </p:spPr>
          </p:cxnSp>
          <p:cxnSp>
            <p:nvCxnSpPr>
              <p:cNvPr id="458" name="Google Shape;458;p66"/>
              <p:cNvCxnSpPr/>
              <p:nvPr/>
            </p:nvCxnSpPr>
            <p:spPr>
              <a:xfrm>
                <a:off x="3264" y="2576"/>
                <a:ext cx="0" cy="80"/>
              </a:xfrm>
              <a:prstGeom prst="straightConnector1">
                <a:avLst/>
              </a:prstGeom>
              <a:noFill/>
              <a:ln cap="flat" cmpd="sng" w="101600">
                <a:solidFill>
                  <a:srgbClr val="000000"/>
                </a:solidFill>
                <a:prstDash val="solid"/>
                <a:round/>
                <a:headEnd len="sm" w="sm" type="none"/>
                <a:tailEnd len="sm" w="sm" type="none"/>
              </a:ln>
            </p:spPr>
          </p:cxnSp>
        </p:grpSp>
        <p:grpSp>
          <p:nvGrpSpPr>
            <p:cNvPr id="459" name="Google Shape;459;p66"/>
            <p:cNvGrpSpPr/>
            <p:nvPr/>
          </p:nvGrpSpPr>
          <p:grpSpPr>
            <a:xfrm>
              <a:off x="1732" y="2740"/>
              <a:ext cx="184" cy="144"/>
              <a:chOff x="1732" y="2740"/>
              <a:chExt cx="184" cy="144"/>
            </a:xfrm>
          </p:grpSpPr>
          <p:cxnSp>
            <p:nvCxnSpPr>
              <p:cNvPr id="460" name="Google Shape;460;p66"/>
              <p:cNvCxnSpPr/>
              <p:nvPr/>
            </p:nvCxnSpPr>
            <p:spPr>
              <a:xfrm flipH="1" rot="10800000">
                <a:off x="1732" y="2780"/>
                <a:ext cx="184" cy="104"/>
              </a:xfrm>
              <a:prstGeom prst="straightConnector1">
                <a:avLst/>
              </a:prstGeom>
              <a:noFill/>
              <a:ln cap="flat" cmpd="sng" w="12700">
                <a:solidFill>
                  <a:srgbClr val="000000"/>
                </a:solidFill>
                <a:prstDash val="solid"/>
                <a:round/>
                <a:headEnd len="sm" w="sm" type="none"/>
                <a:tailEnd len="sm" w="sm" type="none"/>
              </a:ln>
            </p:spPr>
          </p:cxnSp>
          <p:cxnSp>
            <p:nvCxnSpPr>
              <p:cNvPr id="461" name="Google Shape;461;p66"/>
              <p:cNvCxnSpPr/>
              <p:nvPr/>
            </p:nvCxnSpPr>
            <p:spPr>
              <a:xfrm>
                <a:off x="1732" y="2740"/>
                <a:ext cx="184" cy="40"/>
              </a:xfrm>
              <a:prstGeom prst="straightConnector1">
                <a:avLst/>
              </a:prstGeom>
              <a:noFill/>
              <a:ln cap="flat" cmpd="sng" w="12700">
                <a:solidFill>
                  <a:srgbClr val="000000"/>
                </a:solidFill>
                <a:prstDash val="solid"/>
                <a:round/>
                <a:headEnd len="sm" w="sm" type="none"/>
                <a:tailEnd len="sm" w="sm" type="none"/>
              </a:ln>
            </p:spPr>
          </p:cxnSp>
          <p:cxnSp>
            <p:nvCxnSpPr>
              <p:cNvPr id="462" name="Google Shape;462;p66"/>
              <p:cNvCxnSpPr/>
              <p:nvPr/>
            </p:nvCxnSpPr>
            <p:spPr>
              <a:xfrm>
                <a:off x="1824" y="2764"/>
                <a:ext cx="0" cy="64"/>
              </a:xfrm>
              <a:prstGeom prst="straightConnector1">
                <a:avLst/>
              </a:prstGeom>
              <a:noFill/>
              <a:ln cap="flat" cmpd="sng" w="12700">
                <a:solidFill>
                  <a:srgbClr val="000000"/>
                </a:solidFill>
                <a:prstDash val="solid"/>
                <a:round/>
                <a:headEnd len="sm" w="sm" type="none"/>
                <a:tailEnd len="sm" w="sm" type="none"/>
              </a:ln>
            </p:spPr>
          </p:cxnSp>
        </p:grpSp>
        <p:cxnSp>
          <p:nvCxnSpPr>
            <p:cNvPr id="463" name="Google Shape;463;p66"/>
            <p:cNvCxnSpPr/>
            <p:nvPr/>
          </p:nvCxnSpPr>
          <p:spPr>
            <a:xfrm>
              <a:off x="3604" y="2164"/>
              <a:ext cx="376" cy="664"/>
            </a:xfrm>
            <a:prstGeom prst="straightConnector1">
              <a:avLst/>
            </a:prstGeom>
            <a:noFill/>
            <a:ln cap="flat" cmpd="sng" w="12700">
              <a:solidFill>
                <a:srgbClr val="000000"/>
              </a:solidFill>
              <a:prstDash val="solid"/>
              <a:round/>
              <a:headEnd len="sm" w="sm" type="none"/>
              <a:tailEnd len="sm" w="sm" type="none"/>
            </a:ln>
          </p:spPr>
        </p:cxnSp>
        <p:cxnSp>
          <p:nvCxnSpPr>
            <p:cNvPr id="464" name="Google Shape;464;p66"/>
            <p:cNvCxnSpPr/>
            <p:nvPr/>
          </p:nvCxnSpPr>
          <p:spPr>
            <a:xfrm>
              <a:off x="3604" y="2164"/>
              <a:ext cx="952" cy="664"/>
            </a:xfrm>
            <a:prstGeom prst="straightConnector1">
              <a:avLst/>
            </a:prstGeom>
            <a:noFill/>
            <a:ln cap="flat" cmpd="sng" w="12700">
              <a:solidFill>
                <a:srgbClr val="000000"/>
              </a:solidFill>
              <a:prstDash val="solid"/>
              <a:round/>
              <a:headEnd len="sm" w="sm" type="none"/>
              <a:tailEnd len="sm" w="sm" type="none"/>
            </a:ln>
          </p:spPr>
        </p:cxnSp>
        <p:cxnSp>
          <p:nvCxnSpPr>
            <p:cNvPr id="465" name="Google Shape;465;p66"/>
            <p:cNvCxnSpPr/>
            <p:nvPr/>
          </p:nvCxnSpPr>
          <p:spPr>
            <a:xfrm>
              <a:off x="3796" y="2496"/>
              <a:ext cx="280" cy="0"/>
            </a:xfrm>
            <a:prstGeom prst="straightConnector1">
              <a:avLst/>
            </a:prstGeom>
            <a:noFill/>
            <a:ln cap="flat" cmpd="sng" w="12700">
              <a:solidFill>
                <a:srgbClr val="000000"/>
              </a:solidFill>
              <a:prstDash val="solid"/>
              <a:round/>
              <a:headEnd len="sm" w="sm" type="none"/>
              <a:tailEnd len="sm" w="sm" type="none"/>
            </a:ln>
          </p:spPr>
        </p:cxnSp>
      </p:gr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9" name="Shape 469"/>
        <p:cNvGrpSpPr/>
        <p:nvPr/>
      </p:nvGrpSpPr>
      <p:grpSpPr>
        <a:xfrm>
          <a:off x="0" y="0"/>
          <a:ext cx="0" cy="0"/>
          <a:chOff x="0" y="0"/>
          <a:chExt cx="0" cy="0"/>
        </a:xfrm>
      </p:grpSpPr>
      <p:sp>
        <p:nvSpPr>
          <p:cNvPr id="470" name="Google Shape;470;p67"/>
          <p:cNvSpPr txBox="1"/>
          <p:nvPr>
            <p:ph type="title"/>
          </p:nvPr>
        </p:nvSpPr>
        <p:spPr>
          <a:xfrm>
            <a:off x="685800" y="3308581"/>
            <a:ext cx="10131300" cy="1468800"/>
          </a:xfrm>
          <a:prstGeom prst="rect">
            <a:avLst/>
          </a:prstGeom>
          <a:noFill/>
          <a:ln>
            <a:noFill/>
          </a:ln>
        </p:spPr>
        <p:txBody>
          <a:bodyPr anchorCtr="0" anchor="b" bIns="45700" lIns="91425" spcFirstLastPara="1" rIns="91425" wrap="square" tIns="45700">
            <a:noAutofit/>
          </a:bodyPr>
          <a:lstStyle/>
          <a:p>
            <a:pPr indent="0" lvl="0" marL="0" rtl="0" algn="ctr">
              <a:lnSpc>
                <a:spcPct val="90000"/>
              </a:lnSpc>
              <a:spcBef>
                <a:spcPts val="0"/>
              </a:spcBef>
              <a:spcAft>
                <a:spcPts val="0"/>
              </a:spcAft>
              <a:buClr>
                <a:srgbClr val="92D050"/>
              </a:buClr>
              <a:buSzPts val="4800"/>
              <a:buFont typeface="Erica One"/>
              <a:buNone/>
            </a:pPr>
            <a:r>
              <a:rPr b="1" lang="en-US" sz="4700"/>
              <a:t>What are Intelligent Agents</a:t>
            </a:r>
            <a:endParaRPr b="1" sz="4700"/>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4" name="Shape 474"/>
        <p:cNvGrpSpPr/>
        <p:nvPr/>
      </p:nvGrpSpPr>
      <p:grpSpPr>
        <a:xfrm>
          <a:off x="0" y="0"/>
          <a:ext cx="0" cy="0"/>
          <a:chOff x="0" y="0"/>
          <a:chExt cx="0" cy="0"/>
        </a:xfrm>
      </p:grpSpPr>
      <p:sp>
        <p:nvSpPr>
          <p:cNvPr id="475" name="Google Shape;475;p68"/>
          <p:cNvSpPr txBox="1"/>
          <p:nvPr>
            <p:ph type="title"/>
          </p:nvPr>
        </p:nvSpPr>
        <p:spPr>
          <a:xfrm>
            <a:off x="2" y="5840452"/>
            <a:ext cx="12192000" cy="6237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Clr>
                <a:srgbClr val="000000"/>
              </a:buClr>
              <a:buSzPts val="1800"/>
              <a:buFont typeface="Comic Sans MS"/>
              <a:buNone/>
            </a:pPr>
            <a:r>
              <a:rPr lang="en-US" sz="2100">
                <a:solidFill>
                  <a:schemeClr val="lt1"/>
                </a:solidFill>
              </a:rPr>
              <a:t>Certainly not these…</a:t>
            </a:r>
            <a:endParaRPr sz="2100">
              <a:solidFill>
                <a:schemeClr val="lt1"/>
              </a:solidFill>
            </a:endParaRPr>
          </a:p>
        </p:txBody>
      </p:sp>
      <p:pic>
        <p:nvPicPr>
          <p:cNvPr descr="Pin on For the Home" id="476" name="Google Shape;476;p68"/>
          <p:cNvPicPr preferRelativeResize="0"/>
          <p:nvPr>
            <p:ph idx="2" type="pic"/>
          </p:nvPr>
        </p:nvPicPr>
        <p:blipFill rotWithShape="1">
          <a:blip r:embed="rId3">
            <a:alphaModFix/>
          </a:blip>
          <a:srcRect b="0" l="11270" r="11269" t="0"/>
          <a:stretch/>
        </p:blipFill>
        <p:spPr>
          <a:xfrm>
            <a:off x="0" y="2"/>
            <a:ext cx="12192001" cy="5840413"/>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0" name="Shape 480"/>
        <p:cNvGrpSpPr/>
        <p:nvPr/>
      </p:nvGrpSpPr>
      <p:grpSpPr>
        <a:xfrm>
          <a:off x="0" y="0"/>
          <a:ext cx="0" cy="0"/>
          <a:chOff x="0" y="0"/>
          <a:chExt cx="0" cy="0"/>
        </a:xfrm>
      </p:grpSpPr>
      <p:sp>
        <p:nvSpPr>
          <p:cNvPr id="481" name="Google Shape;481;p69"/>
          <p:cNvSpPr txBox="1"/>
          <p:nvPr>
            <p:ph type="title"/>
          </p:nvPr>
        </p:nvSpPr>
        <p:spPr>
          <a:xfrm>
            <a:off x="685801" y="609600"/>
            <a:ext cx="10131300" cy="14562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92D050"/>
              </a:buClr>
              <a:buSzPts val="3200"/>
              <a:buFont typeface="Erica One"/>
              <a:buNone/>
            </a:pPr>
            <a:r>
              <a:rPr lang="en-US" sz="4900"/>
              <a:t>Agent</a:t>
            </a:r>
            <a:endParaRPr sz="4900"/>
          </a:p>
        </p:txBody>
      </p:sp>
      <p:sp>
        <p:nvSpPr>
          <p:cNvPr id="482" name="Google Shape;482;p69"/>
          <p:cNvSpPr txBox="1"/>
          <p:nvPr>
            <p:ph idx="1" type="body"/>
          </p:nvPr>
        </p:nvSpPr>
        <p:spPr>
          <a:xfrm>
            <a:off x="685801" y="2142067"/>
            <a:ext cx="10131300" cy="3649200"/>
          </a:xfrm>
          <a:prstGeom prst="rect">
            <a:avLst/>
          </a:prstGeom>
          <a:noFill/>
          <a:ln>
            <a:noFill/>
          </a:ln>
        </p:spPr>
        <p:txBody>
          <a:bodyPr anchorCtr="0" anchor="ctr" bIns="45700" lIns="91425" spcFirstLastPara="1" rIns="91425" wrap="square" tIns="45700">
            <a:normAutofit lnSpcReduction="10000"/>
          </a:bodyPr>
          <a:lstStyle/>
          <a:p>
            <a:pPr indent="0" lvl="0" marL="0" rtl="0" algn="ctr">
              <a:lnSpc>
                <a:spcPct val="125000"/>
              </a:lnSpc>
              <a:spcBef>
                <a:spcPts val="0"/>
              </a:spcBef>
              <a:spcAft>
                <a:spcPts val="0"/>
              </a:spcAft>
              <a:buClr>
                <a:schemeClr val="dk1"/>
              </a:buClr>
              <a:buSzPts val="4000"/>
              <a:buNone/>
            </a:pPr>
            <a:r>
              <a:rPr lang="en-US" sz="4000"/>
              <a:t>An </a:t>
            </a:r>
            <a:r>
              <a:rPr b="1" lang="en-US" sz="4000">
                <a:solidFill>
                  <a:srgbClr val="FF00FF"/>
                </a:solidFill>
              </a:rPr>
              <a:t>agent</a:t>
            </a:r>
            <a:r>
              <a:rPr b="1" lang="en-US" sz="4000"/>
              <a:t> </a:t>
            </a:r>
            <a:r>
              <a:rPr lang="en-US" sz="4000"/>
              <a:t>is anything that can be viewed as </a:t>
            </a:r>
            <a:r>
              <a:rPr lang="en-US" sz="4000" u="sng"/>
              <a:t>perceiving</a:t>
            </a:r>
            <a:r>
              <a:rPr lang="en-US" sz="4000"/>
              <a:t> its </a:t>
            </a:r>
            <a:r>
              <a:rPr b="1" lang="en-US" sz="4000">
                <a:solidFill>
                  <a:srgbClr val="66FF33"/>
                </a:solidFill>
              </a:rPr>
              <a:t>environment</a:t>
            </a:r>
            <a:r>
              <a:rPr b="1" lang="en-US" sz="4000"/>
              <a:t> </a:t>
            </a:r>
            <a:r>
              <a:rPr lang="en-US" sz="4000"/>
              <a:t>through </a:t>
            </a:r>
            <a:r>
              <a:rPr b="1" lang="en-US" sz="4000">
                <a:solidFill>
                  <a:srgbClr val="00FFFF"/>
                </a:solidFill>
              </a:rPr>
              <a:t>sensors</a:t>
            </a:r>
            <a:r>
              <a:rPr b="1" lang="en-US" sz="4000"/>
              <a:t> </a:t>
            </a:r>
            <a:endParaRPr/>
          </a:p>
          <a:p>
            <a:pPr indent="0" lvl="0" marL="0" rtl="0" algn="ctr">
              <a:lnSpc>
                <a:spcPct val="125000"/>
              </a:lnSpc>
              <a:spcBef>
                <a:spcPts val="563"/>
              </a:spcBef>
              <a:spcAft>
                <a:spcPts val="0"/>
              </a:spcAft>
              <a:buClr>
                <a:schemeClr val="dk1"/>
              </a:buClr>
              <a:buSzPts val="4000"/>
              <a:buNone/>
            </a:pPr>
            <a:r>
              <a:rPr lang="en-US" sz="4000"/>
              <a:t>and</a:t>
            </a:r>
            <a:endParaRPr/>
          </a:p>
          <a:p>
            <a:pPr indent="0" lvl="0" marL="0" rtl="0" algn="ctr">
              <a:lnSpc>
                <a:spcPct val="125000"/>
              </a:lnSpc>
              <a:spcBef>
                <a:spcPts val="563"/>
              </a:spcBef>
              <a:spcAft>
                <a:spcPts val="1000"/>
              </a:spcAft>
              <a:buClr>
                <a:schemeClr val="dk1"/>
              </a:buClr>
              <a:buSzPts val="4000"/>
              <a:buNone/>
            </a:pPr>
            <a:r>
              <a:rPr lang="en-US" sz="4000" u="sng"/>
              <a:t>acting</a:t>
            </a:r>
            <a:r>
              <a:rPr lang="en-US" sz="4000"/>
              <a:t> upon that environment through </a:t>
            </a:r>
            <a:r>
              <a:rPr b="1" lang="en-US" sz="4000">
                <a:solidFill>
                  <a:srgbClr val="00FFFF"/>
                </a:solidFill>
              </a:rPr>
              <a:t>actuators</a:t>
            </a:r>
            <a:r>
              <a:rPr lang="en-US" sz="4000"/>
              <a:t>.</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6" name="Shape 486"/>
        <p:cNvGrpSpPr/>
        <p:nvPr/>
      </p:nvGrpSpPr>
      <p:grpSpPr>
        <a:xfrm>
          <a:off x="0" y="0"/>
          <a:ext cx="0" cy="0"/>
          <a:chOff x="0" y="0"/>
          <a:chExt cx="0" cy="0"/>
        </a:xfrm>
      </p:grpSpPr>
      <p:sp>
        <p:nvSpPr>
          <p:cNvPr id="487" name="Google Shape;487;p70"/>
          <p:cNvSpPr txBox="1"/>
          <p:nvPr>
            <p:ph type="title"/>
          </p:nvPr>
        </p:nvSpPr>
        <p:spPr>
          <a:xfrm>
            <a:off x="553175" y="230700"/>
            <a:ext cx="10813800" cy="1456200"/>
          </a:xfrm>
          <a:prstGeom prst="rect">
            <a:avLst/>
          </a:prstGeom>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92D050"/>
              </a:buClr>
              <a:buSzPts val="3200"/>
              <a:buFont typeface="Erica One"/>
              <a:buNone/>
            </a:pPr>
            <a:r>
              <a:rPr lang="en-US" sz="4900"/>
              <a:t>Agent</a:t>
            </a:r>
            <a:endParaRPr/>
          </a:p>
        </p:txBody>
      </p:sp>
      <p:sp>
        <p:nvSpPr>
          <p:cNvPr id="488" name="Google Shape;488;p70"/>
          <p:cNvSpPr txBox="1"/>
          <p:nvPr>
            <p:ph idx="1" type="body"/>
          </p:nvPr>
        </p:nvSpPr>
        <p:spPr>
          <a:xfrm>
            <a:off x="363750" y="2065800"/>
            <a:ext cx="11609400" cy="43749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sz="2800"/>
              <a:t>An agent is anything that can be viewed as perceiving its environment through sensors and acting upon that environment through actuators.</a:t>
            </a:r>
            <a:endParaRPr sz="2800"/>
          </a:p>
          <a:p>
            <a:pPr indent="0" lvl="0" marL="0" rtl="0" algn="l">
              <a:spcBef>
                <a:spcPts val="0"/>
              </a:spcBef>
              <a:spcAft>
                <a:spcPts val="0"/>
              </a:spcAft>
              <a:buClr>
                <a:schemeClr val="dk1"/>
              </a:buClr>
              <a:buSzPts val="1100"/>
              <a:buFont typeface="Arial"/>
              <a:buNone/>
            </a:pPr>
            <a:r>
              <a:t/>
            </a:r>
            <a:endParaRPr sz="2800"/>
          </a:p>
          <a:p>
            <a:pPr indent="0" lvl="0" marL="0" rtl="0" algn="l">
              <a:spcBef>
                <a:spcPts val="0"/>
              </a:spcBef>
              <a:spcAft>
                <a:spcPts val="0"/>
              </a:spcAft>
              <a:buClr>
                <a:schemeClr val="dk1"/>
              </a:buClr>
              <a:buSzPts val="1100"/>
              <a:buFont typeface="Arial"/>
              <a:buNone/>
            </a:pPr>
            <a:r>
              <a:rPr lang="en-US" sz="2800">
                <a:solidFill>
                  <a:srgbClr val="93C47D"/>
                </a:solidFill>
              </a:rPr>
              <a:t>Human agent: </a:t>
            </a:r>
            <a:r>
              <a:rPr lang="en-US" sz="2800"/>
              <a:t>Eyes, ears, and other organs for sensors; hands, legs, mouth, and other body parts for actuators</a:t>
            </a:r>
            <a:endParaRPr sz="2800"/>
          </a:p>
          <a:p>
            <a:pPr indent="0" lvl="0" marL="0" rtl="0" algn="l">
              <a:spcBef>
                <a:spcPts val="0"/>
              </a:spcBef>
              <a:spcAft>
                <a:spcPts val="0"/>
              </a:spcAft>
              <a:buClr>
                <a:schemeClr val="dk1"/>
              </a:buClr>
              <a:buSzPts val="1100"/>
              <a:buFont typeface="Arial"/>
              <a:buNone/>
            </a:pPr>
            <a:r>
              <a:t/>
            </a:r>
            <a:endParaRPr sz="2800"/>
          </a:p>
          <a:p>
            <a:pPr indent="0" lvl="0" marL="0" rtl="0" algn="l">
              <a:spcBef>
                <a:spcPts val="0"/>
              </a:spcBef>
              <a:spcAft>
                <a:spcPts val="0"/>
              </a:spcAft>
              <a:buClr>
                <a:schemeClr val="dk1"/>
              </a:buClr>
              <a:buSzPts val="1100"/>
              <a:buFont typeface="Arial"/>
              <a:buNone/>
            </a:pPr>
            <a:r>
              <a:rPr lang="en-US" sz="2800">
                <a:solidFill>
                  <a:srgbClr val="93C47D"/>
                </a:solidFill>
              </a:rPr>
              <a:t>Robotic agent: </a:t>
            </a:r>
            <a:r>
              <a:rPr lang="en-US" sz="2800"/>
              <a:t>Cameras and infrared range finders for sensors; various motors for actuators.</a:t>
            </a:r>
            <a:endParaRPr sz="2800"/>
          </a:p>
          <a:p>
            <a:pPr indent="0" lvl="0" marL="0" rtl="0" algn="l">
              <a:spcBef>
                <a:spcPts val="0"/>
              </a:spcBef>
              <a:spcAft>
                <a:spcPts val="0"/>
              </a:spcAft>
              <a:buClr>
                <a:schemeClr val="dk1"/>
              </a:buClr>
              <a:buSzPts val="1100"/>
              <a:buFont typeface="Arial"/>
              <a:buNone/>
            </a:pPr>
            <a:r>
              <a:t/>
            </a:r>
            <a:endParaRPr sz="2800">
              <a:solidFill>
                <a:srgbClr val="93C47D"/>
              </a:solidFill>
            </a:endParaRPr>
          </a:p>
          <a:p>
            <a:pPr indent="0" lvl="0" marL="0" rtl="0" algn="l">
              <a:spcBef>
                <a:spcPts val="0"/>
              </a:spcBef>
              <a:spcAft>
                <a:spcPts val="0"/>
              </a:spcAft>
              <a:buClr>
                <a:schemeClr val="dk1"/>
              </a:buClr>
              <a:buSzPts val="1100"/>
              <a:buFont typeface="Arial"/>
              <a:buNone/>
            </a:pPr>
            <a:r>
              <a:rPr lang="en-US" sz="2800">
                <a:solidFill>
                  <a:srgbClr val="93C47D"/>
                </a:solidFill>
              </a:rPr>
              <a:t>Software agent:</a:t>
            </a:r>
            <a:r>
              <a:rPr lang="en-US" sz="2800"/>
              <a:t> Software agent is a computer program that acts for a user or other program: an agreement to act on one's behalf.</a:t>
            </a:r>
            <a:endParaRPr sz="2800"/>
          </a:p>
          <a:p>
            <a:pPr indent="0" lvl="0" marL="0" rtl="0" algn="l">
              <a:spcBef>
                <a:spcPts val="0"/>
              </a:spcBef>
              <a:spcAft>
                <a:spcPts val="0"/>
              </a:spcAft>
              <a:buNone/>
            </a:pPr>
            <a:r>
              <a:t/>
            </a:r>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2" name="Shape 492"/>
        <p:cNvGrpSpPr/>
        <p:nvPr/>
      </p:nvGrpSpPr>
      <p:grpSpPr>
        <a:xfrm>
          <a:off x="0" y="0"/>
          <a:ext cx="0" cy="0"/>
          <a:chOff x="0" y="0"/>
          <a:chExt cx="0" cy="0"/>
        </a:xfrm>
      </p:grpSpPr>
      <p:sp>
        <p:nvSpPr>
          <p:cNvPr id="493" name="Google Shape;493;p71"/>
          <p:cNvSpPr/>
          <p:nvPr/>
        </p:nvSpPr>
        <p:spPr>
          <a:xfrm>
            <a:off x="1178943" y="767750"/>
            <a:ext cx="3847500" cy="4968900"/>
          </a:xfrm>
          <a:prstGeom prst="rect">
            <a:avLst/>
          </a:prstGeom>
          <a:noFill/>
          <a:ln cap="flat" cmpd="sng" w="2857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600"/>
              <a:buFont typeface="Arial"/>
              <a:buNone/>
            </a:pPr>
            <a:r>
              <a:rPr b="1" i="0" lang="en-US" sz="3600" u="none" cap="none" strike="noStrike">
                <a:solidFill>
                  <a:schemeClr val="lt1"/>
                </a:solidFill>
                <a:latin typeface="Comic Sans MS"/>
                <a:ea typeface="Comic Sans MS"/>
                <a:cs typeface="Comic Sans MS"/>
                <a:sym typeface="Comic Sans MS"/>
              </a:rPr>
              <a:t>Agent</a:t>
            </a:r>
            <a:endParaRPr b="0" i="0" sz="1800" u="none" cap="none" strike="noStrike">
              <a:solidFill>
                <a:schemeClr val="lt1"/>
              </a:solidFill>
              <a:latin typeface="Arial"/>
              <a:ea typeface="Arial"/>
              <a:cs typeface="Arial"/>
              <a:sym typeface="Arial"/>
            </a:endParaRPr>
          </a:p>
        </p:txBody>
      </p:sp>
      <p:sp>
        <p:nvSpPr>
          <p:cNvPr id="494" name="Google Shape;494;p71"/>
          <p:cNvSpPr/>
          <p:nvPr/>
        </p:nvSpPr>
        <p:spPr>
          <a:xfrm>
            <a:off x="7435970" y="767751"/>
            <a:ext cx="3847500" cy="4968900"/>
          </a:xfrm>
          <a:prstGeom prst="rect">
            <a:avLst/>
          </a:prstGeom>
          <a:noFill/>
          <a:ln cap="flat" cmpd="sng" w="2857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200"/>
              <a:buFont typeface="Arial"/>
              <a:buNone/>
            </a:pPr>
            <a:r>
              <a:rPr b="1" i="0" lang="en-US" sz="3200" u="none" cap="none" strike="noStrike">
                <a:solidFill>
                  <a:schemeClr val="lt1"/>
                </a:solidFill>
                <a:latin typeface="Comic Sans MS"/>
                <a:ea typeface="Comic Sans MS"/>
                <a:cs typeface="Comic Sans MS"/>
                <a:sym typeface="Comic Sans MS"/>
              </a:rPr>
              <a:t>Environment</a:t>
            </a:r>
            <a:endParaRPr b="0" i="0" sz="1400" u="none" cap="none" strike="noStrike">
              <a:solidFill>
                <a:schemeClr val="lt1"/>
              </a:solidFill>
              <a:latin typeface="Arial"/>
              <a:ea typeface="Arial"/>
              <a:cs typeface="Arial"/>
              <a:sym typeface="Arial"/>
            </a:endParaRPr>
          </a:p>
        </p:txBody>
      </p:sp>
      <p:pic>
        <p:nvPicPr>
          <p:cNvPr descr="Deciduous tree" id="495" name="Google Shape;495;p71"/>
          <p:cNvPicPr preferRelativeResize="0"/>
          <p:nvPr/>
        </p:nvPicPr>
        <p:blipFill rotWithShape="1">
          <a:blip r:embed="rId3">
            <a:alphaModFix/>
          </a:blip>
          <a:srcRect b="0" l="0" r="0" t="0"/>
          <a:stretch/>
        </p:blipFill>
        <p:spPr>
          <a:xfrm>
            <a:off x="7336766" y="1375914"/>
            <a:ext cx="4045788" cy="4045788"/>
          </a:xfrm>
          <a:prstGeom prst="rect">
            <a:avLst/>
          </a:prstGeom>
          <a:noFill/>
          <a:ln>
            <a:noFill/>
          </a:ln>
        </p:spPr>
      </p:pic>
      <p:sp>
        <p:nvSpPr>
          <p:cNvPr id="496" name="Google Shape;496;p71"/>
          <p:cNvSpPr/>
          <p:nvPr/>
        </p:nvSpPr>
        <p:spPr>
          <a:xfrm flipH="1">
            <a:off x="5118965" y="996309"/>
            <a:ext cx="2267400" cy="1752900"/>
          </a:xfrm>
          <a:prstGeom prst="stripedRightArrow">
            <a:avLst>
              <a:gd fmla="val 50000" name="adj1"/>
              <a:gd fmla="val 50000" name="adj2"/>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omic Sans MS"/>
                <a:ea typeface="Comic Sans MS"/>
                <a:cs typeface="Comic Sans MS"/>
                <a:sym typeface="Comic Sans MS"/>
              </a:rPr>
              <a:t>Percepts</a:t>
            </a:r>
            <a:endParaRPr b="0" i="0" sz="1400" u="none" cap="none" strike="noStrike">
              <a:solidFill>
                <a:srgbClr val="000000"/>
              </a:solidFill>
              <a:latin typeface="Arial"/>
              <a:ea typeface="Arial"/>
              <a:cs typeface="Arial"/>
              <a:sym typeface="Arial"/>
            </a:endParaRPr>
          </a:p>
        </p:txBody>
      </p:sp>
      <p:sp>
        <p:nvSpPr>
          <p:cNvPr id="497" name="Google Shape;497;p71"/>
          <p:cNvSpPr/>
          <p:nvPr/>
        </p:nvSpPr>
        <p:spPr>
          <a:xfrm>
            <a:off x="5119056" y="3864854"/>
            <a:ext cx="2267400" cy="1752900"/>
          </a:xfrm>
          <a:prstGeom prst="stripedRightArrow">
            <a:avLst>
              <a:gd fmla="val 50000" name="adj1"/>
              <a:gd fmla="val 50000" name="adj2"/>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omic Sans MS"/>
                <a:ea typeface="Comic Sans MS"/>
                <a:cs typeface="Comic Sans MS"/>
                <a:sym typeface="Comic Sans MS"/>
              </a:rPr>
              <a:t>Acts</a:t>
            </a:r>
            <a:endParaRPr b="0" i="0" sz="1400" u="none" cap="none" strike="noStrike">
              <a:solidFill>
                <a:srgbClr val="000000"/>
              </a:solidFill>
              <a:latin typeface="Arial"/>
              <a:ea typeface="Arial"/>
              <a:cs typeface="Arial"/>
              <a:sym typeface="Arial"/>
            </a:endParaRPr>
          </a:p>
        </p:txBody>
      </p:sp>
      <p:grpSp>
        <p:nvGrpSpPr>
          <p:cNvPr id="498" name="Google Shape;498;p71"/>
          <p:cNvGrpSpPr/>
          <p:nvPr/>
        </p:nvGrpSpPr>
        <p:grpSpPr>
          <a:xfrm>
            <a:off x="1222076" y="1371600"/>
            <a:ext cx="3761116" cy="3761116"/>
            <a:chOff x="1222076" y="1371600"/>
            <a:chExt cx="3761116" cy="3761116"/>
          </a:xfrm>
        </p:grpSpPr>
        <p:pic>
          <p:nvPicPr>
            <p:cNvPr descr="Robot" id="499" name="Google Shape;499;p71"/>
            <p:cNvPicPr preferRelativeResize="0"/>
            <p:nvPr/>
          </p:nvPicPr>
          <p:blipFill rotWithShape="1">
            <a:blip r:embed="rId4">
              <a:alphaModFix/>
            </a:blip>
            <a:srcRect b="0" l="0" r="0" t="0"/>
            <a:stretch/>
          </p:blipFill>
          <p:spPr>
            <a:xfrm>
              <a:off x="1222076" y="1371600"/>
              <a:ext cx="3761116" cy="3761116"/>
            </a:xfrm>
            <a:prstGeom prst="rect">
              <a:avLst/>
            </a:prstGeom>
            <a:noFill/>
            <a:ln>
              <a:noFill/>
            </a:ln>
          </p:spPr>
        </p:pic>
        <p:sp>
          <p:nvSpPr>
            <p:cNvPr id="500" name="Google Shape;500;p71"/>
            <p:cNvSpPr txBox="1"/>
            <p:nvPr/>
          </p:nvSpPr>
          <p:spPr>
            <a:xfrm>
              <a:off x="2527443" y="3020602"/>
              <a:ext cx="1161000" cy="1015800"/>
            </a:xfrm>
            <a:prstGeom prst="rect">
              <a:avLst/>
            </a:prstGeom>
            <a:solidFill>
              <a:srgbClr val="92D050"/>
            </a:solid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6600"/>
                <a:buFont typeface="Arial"/>
                <a:buNone/>
              </a:pPr>
              <a:r>
                <a:rPr b="1" i="0" lang="en-US" sz="6600" u="none" cap="none" strike="noStrike">
                  <a:solidFill>
                    <a:srgbClr val="A89C84"/>
                  </a:solidFill>
                  <a:latin typeface="Arial"/>
                  <a:ea typeface="Arial"/>
                  <a:cs typeface="Arial"/>
                  <a:sym typeface="Arial"/>
                </a:rPr>
                <a:t>?</a:t>
              </a:r>
              <a:endParaRPr b="1" i="0" sz="1600" u="none" cap="none" strike="noStrike">
                <a:solidFill>
                  <a:srgbClr val="A89C84"/>
                </a:solidFill>
                <a:latin typeface="Arial"/>
                <a:ea typeface="Arial"/>
                <a:cs typeface="Arial"/>
                <a:sym typeface="Arial"/>
              </a:endParaRPr>
            </a:p>
          </p:txBody>
        </p:sp>
      </p:grpSp>
      <p:sp>
        <p:nvSpPr>
          <p:cNvPr id="501" name="Google Shape;501;p71"/>
          <p:cNvSpPr/>
          <p:nvPr/>
        </p:nvSpPr>
        <p:spPr>
          <a:xfrm rot="3510246">
            <a:off x="2941798" y="1445836"/>
            <a:ext cx="565044" cy="552543"/>
          </a:xfrm>
          <a:prstGeom prst="blockArc">
            <a:avLst>
              <a:gd fmla="val 10800000" name="adj1"/>
              <a:gd fmla="val 20630815" name="adj2"/>
              <a:gd fmla="val 12532" name="adj3"/>
            </a:avLst>
          </a:prstGeom>
          <a:solidFill>
            <a:srgbClr val="92D050"/>
          </a:solidFill>
          <a:ln cap="flat" cmpd="sng" w="2857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omic Sans MS"/>
              <a:ea typeface="Comic Sans MS"/>
              <a:cs typeface="Comic Sans MS"/>
              <a:sym typeface="Comic Sans MS"/>
            </a:endParaRPr>
          </a:p>
        </p:txBody>
      </p:sp>
      <p:sp>
        <p:nvSpPr>
          <p:cNvPr id="502" name="Google Shape;502;p71"/>
          <p:cNvSpPr/>
          <p:nvPr/>
        </p:nvSpPr>
        <p:spPr>
          <a:xfrm rot="3510160">
            <a:off x="2988211" y="1321852"/>
            <a:ext cx="817672" cy="620663"/>
          </a:xfrm>
          <a:prstGeom prst="blockArc">
            <a:avLst>
              <a:gd fmla="val 10800000" name="adj1"/>
              <a:gd fmla="val 20630815" name="adj2"/>
              <a:gd fmla="val 12532" name="adj3"/>
            </a:avLst>
          </a:prstGeom>
          <a:solidFill>
            <a:srgbClr val="92D050"/>
          </a:solidFill>
          <a:ln cap="flat" cmpd="sng" w="2857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omic Sans MS"/>
              <a:ea typeface="Comic Sans MS"/>
              <a:cs typeface="Comic Sans MS"/>
              <a:sym typeface="Comic Sans MS"/>
            </a:endParaRPr>
          </a:p>
        </p:txBody>
      </p:sp>
      <p:sp>
        <p:nvSpPr>
          <p:cNvPr id="503" name="Google Shape;503;p71"/>
          <p:cNvSpPr/>
          <p:nvPr/>
        </p:nvSpPr>
        <p:spPr>
          <a:xfrm rot="-4973183">
            <a:off x="5033738" y="620321"/>
            <a:ext cx="935098" cy="4246193"/>
          </a:xfrm>
          <a:prstGeom prst="triangle">
            <a:avLst>
              <a:gd fmla="val 50000" name="adj"/>
            </a:avLst>
          </a:prstGeom>
          <a:solidFill>
            <a:srgbClr val="FFFF00">
              <a:alpha val="49411"/>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mic Sans MS"/>
              <a:ea typeface="Comic Sans MS"/>
              <a:cs typeface="Comic Sans MS"/>
              <a:sym typeface="Comic Sans MS"/>
            </a:endParaRPr>
          </a:p>
        </p:txBody>
      </p:sp>
      <p:sp>
        <p:nvSpPr>
          <p:cNvPr id="504" name="Google Shape;504;p71"/>
          <p:cNvSpPr txBox="1"/>
          <p:nvPr/>
        </p:nvSpPr>
        <p:spPr>
          <a:xfrm>
            <a:off x="1200893" y="1632143"/>
            <a:ext cx="15072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small" strike="noStrike">
                <a:solidFill>
                  <a:schemeClr val="lt1"/>
                </a:solidFill>
                <a:latin typeface="Comic Sans MS"/>
                <a:ea typeface="Comic Sans MS"/>
                <a:cs typeface="Comic Sans MS"/>
                <a:sym typeface="Comic Sans MS"/>
              </a:rPr>
              <a:t>Sensors</a:t>
            </a:r>
            <a:endParaRPr b="0" i="0" sz="1800" u="none" cap="none" strike="noStrike">
              <a:solidFill>
                <a:schemeClr val="lt1"/>
              </a:solidFill>
              <a:latin typeface="Arial"/>
              <a:ea typeface="Arial"/>
              <a:cs typeface="Arial"/>
              <a:sym typeface="Arial"/>
            </a:endParaRPr>
          </a:p>
        </p:txBody>
      </p:sp>
      <p:sp>
        <p:nvSpPr>
          <p:cNvPr id="505" name="Google Shape;505;p71"/>
          <p:cNvSpPr txBox="1"/>
          <p:nvPr/>
        </p:nvSpPr>
        <p:spPr>
          <a:xfrm>
            <a:off x="1222076" y="4815094"/>
            <a:ext cx="18009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small" strike="noStrike">
                <a:solidFill>
                  <a:schemeClr val="lt1"/>
                </a:solidFill>
                <a:latin typeface="Comic Sans MS"/>
                <a:ea typeface="Comic Sans MS"/>
                <a:cs typeface="Comic Sans MS"/>
                <a:sym typeface="Comic Sans MS"/>
              </a:rPr>
              <a:t>Actuators</a:t>
            </a:r>
            <a:endParaRPr b="0" i="0" sz="2800" u="none" cap="small" strike="noStrike">
              <a:solidFill>
                <a:schemeClr val="lt1"/>
              </a:solidFill>
              <a:latin typeface="Comic Sans MS"/>
              <a:ea typeface="Comic Sans MS"/>
              <a:cs typeface="Comic Sans MS"/>
              <a:sym typeface="Comic Sans MS"/>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9" name="Shape 509"/>
        <p:cNvGrpSpPr/>
        <p:nvPr/>
      </p:nvGrpSpPr>
      <p:grpSpPr>
        <a:xfrm>
          <a:off x="0" y="0"/>
          <a:ext cx="0" cy="0"/>
          <a:chOff x="0" y="0"/>
          <a:chExt cx="0" cy="0"/>
        </a:xfrm>
      </p:grpSpPr>
      <p:sp>
        <p:nvSpPr>
          <p:cNvPr id="510" name="Google Shape;510;p72"/>
          <p:cNvSpPr/>
          <p:nvPr/>
        </p:nvSpPr>
        <p:spPr>
          <a:xfrm>
            <a:off x="296817" y="843054"/>
            <a:ext cx="2980500" cy="5547000"/>
          </a:xfrm>
          <a:prstGeom prst="rect">
            <a:avLst/>
          </a:prstGeom>
          <a:noFill/>
          <a:ln cap="flat" cmpd="sng" w="2857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1" i="0" lang="en-US" sz="3200" u="none" cap="none" strike="noStrike">
                <a:solidFill>
                  <a:schemeClr val="lt1"/>
                </a:solidFill>
                <a:latin typeface="Comic Sans MS"/>
                <a:ea typeface="Comic Sans MS"/>
                <a:cs typeface="Comic Sans MS"/>
                <a:sym typeface="Comic Sans MS"/>
              </a:rPr>
              <a:t>Agent</a:t>
            </a:r>
            <a:endParaRPr b="0" i="0" sz="1400" u="none" cap="none" strike="noStrike">
              <a:solidFill>
                <a:schemeClr val="lt1"/>
              </a:solidFill>
              <a:latin typeface="Arial"/>
              <a:ea typeface="Arial"/>
              <a:cs typeface="Arial"/>
              <a:sym typeface="Arial"/>
            </a:endParaRPr>
          </a:p>
        </p:txBody>
      </p:sp>
      <p:sp>
        <p:nvSpPr>
          <p:cNvPr id="511" name="Google Shape;511;p72"/>
          <p:cNvSpPr/>
          <p:nvPr/>
        </p:nvSpPr>
        <p:spPr>
          <a:xfrm rot="5400000">
            <a:off x="2233580" y="3262254"/>
            <a:ext cx="5547000" cy="708600"/>
          </a:xfrm>
          <a:prstGeom prst="rect">
            <a:avLst/>
          </a:prstGeom>
          <a:noFill/>
          <a:ln cap="flat" cmpd="sng" w="2857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600"/>
              <a:buFont typeface="Arial"/>
              <a:buNone/>
            </a:pPr>
            <a:r>
              <a:rPr b="0" i="0" lang="en-US" sz="3600" u="none" cap="none" strike="noStrike">
                <a:solidFill>
                  <a:schemeClr val="lt1"/>
                </a:solidFill>
                <a:latin typeface="Comic Sans MS"/>
                <a:ea typeface="Comic Sans MS"/>
                <a:cs typeface="Comic Sans MS"/>
                <a:sym typeface="Comic Sans MS"/>
              </a:rPr>
              <a:t>Environment</a:t>
            </a:r>
            <a:endParaRPr b="0" i="0" sz="1400" u="none" cap="none" strike="noStrike">
              <a:solidFill>
                <a:schemeClr val="lt1"/>
              </a:solidFill>
              <a:latin typeface="Arial"/>
              <a:ea typeface="Arial"/>
              <a:cs typeface="Arial"/>
              <a:sym typeface="Arial"/>
            </a:endParaRPr>
          </a:p>
        </p:txBody>
      </p:sp>
      <p:sp>
        <p:nvSpPr>
          <p:cNvPr id="512" name="Google Shape;512;p72"/>
          <p:cNvSpPr txBox="1"/>
          <p:nvPr>
            <p:ph type="title"/>
          </p:nvPr>
        </p:nvSpPr>
        <p:spPr>
          <a:xfrm>
            <a:off x="736500" y="79100"/>
            <a:ext cx="10719000" cy="630900"/>
          </a:xfrm>
          <a:prstGeom prst="rect">
            <a:avLst/>
          </a:prstGeom>
          <a:noFill/>
          <a:ln>
            <a:noFill/>
          </a:ln>
        </p:spPr>
        <p:txBody>
          <a:bodyPr anchorCtr="0" anchor="ctr" bIns="45700" lIns="91425" spcFirstLastPara="1" rIns="91425" wrap="square" tIns="45700">
            <a:noAutofit/>
          </a:bodyPr>
          <a:lstStyle/>
          <a:p>
            <a:pPr indent="0" lvl="0" marL="0" rtl="0" algn="r">
              <a:lnSpc>
                <a:spcPct val="90000"/>
              </a:lnSpc>
              <a:spcBef>
                <a:spcPts val="0"/>
              </a:spcBef>
              <a:spcAft>
                <a:spcPts val="0"/>
              </a:spcAft>
              <a:buClr>
                <a:srgbClr val="92D050"/>
              </a:buClr>
              <a:buSzPts val="3200"/>
              <a:buFont typeface="Erica One"/>
              <a:buNone/>
            </a:pPr>
            <a:r>
              <a:rPr lang="en-US" sz="3700"/>
              <a:t>Percept Sequence</a:t>
            </a:r>
            <a:endParaRPr sz="3700"/>
          </a:p>
        </p:txBody>
      </p:sp>
      <p:sp>
        <p:nvSpPr>
          <p:cNvPr id="513" name="Google Shape;513;p72"/>
          <p:cNvSpPr/>
          <p:nvPr/>
        </p:nvSpPr>
        <p:spPr>
          <a:xfrm flipH="1">
            <a:off x="3335622" y="1227075"/>
            <a:ext cx="1267200" cy="1752900"/>
          </a:xfrm>
          <a:prstGeom prst="stripedRightArrow">
            <a:avLst>
              <a:gd fmla="val 50000" name="adj1"/>
              <a:gd fmla="val 50000" name="adj2"/>
            </a:avLst>
          </a:prstGeom>
          <a:solidFill>
            <a:schemeClr val="lt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Comic Sans MS"/>
                <a:ea typeface="Comic Sans MS"/>
                <a:cs typeface="Comic Sans MS"/>
                <a:sym typeface="Comic Sans MS"/>
              </a:rPr>
              <a:t>Percepts</a:t>
            </a:r>
            <a:endParaRPr b="0" i="0" sz="1400" u="none" cap="none" strike="noStrike">
              <a:solidFill>
                <a:srgbClr val="000000"/>
              </a:solidFill>
              <a:latin typeface="Arial"/>
              <a:ea typeface="Arial"/>
              <a:cs typeface="Arial"/>
              <a:sym typeface="Arial"/>
            </a:endParaRPr>
          </a:p>
        </p:txBody>
      </p:sp>
      <p:sp>
        <p:nvSpPr>
          <p:cNvPr id="514" name="Google Shape;514;p72"/>
          <p:cNvSpPr/>
          <p:nvPr/>
        </p:nvSpPr>
        <p:spPr>
          <a:xfrm>
            <a:off x="3334875" y="4095625"/>
            <a:ext cx="1268100" cy="1752900"/>
          </a:xfrm>
          <a:prstGeom prst="stripedRightArrow">
            <a:avLst>
              <a:gd fmla="val 50000" name="adj1"/>
              <a:gd fmla="val 50000" name="adj2"/>
            </a:avLst>
          </a:prstGeom>
          <a:solidFill>
            <a:schemeClr val="lt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Comic Sans MS"/>
                <a:ea typeface="Comic Sans MS"/>
                <a:cs typeface="Comic Sans MS"/>
                <a:sym typeface="Comic Sans MS"/>
              </a:rPr>
              <a:t>Acts</a:t>
            </a:r>
            <a:endParaRPr b="0" i="0" sz="1400" u="none" cap="none" strike="noStrike">
              <a:solidFill>
                <a:srgbClr val="000000"/>
              </a:solidFill>
              <a:latin typeface="Arial"/>
              <a:ea typeface="Arial"/>
              <a:cs typeface="Arial"/>
              <a:sym typeface="Arial"/>
            </a:endParaRPr>
          </a:p>
        </p:txBody>
      </p:sp>
      <p:sp>
        <p:nvSpPr>
          <p:cNvPr id="515" name="Google Shape;515;p72"/>
          <p:cNvSpPr txBox="1"/>
          <p:nvPr/>
        </p:nvSpPr>
        <p:spPr>
          <a:xfrm>
            <a:off x="1400193" y="1396870"/>
            <a:ext cx="12681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small" strike="noStrike">
                <a:solidFill>
                  <a:schemeClr val="lt1"/>
                </a:solidFill>
                <a:latin typeface="Comic Sans MS"/>
                <a:ea typeface="Comic Sans MS"/>
                <a:cs typeface="Comic Sans MS"/>
                <a:sym typeface="Comic Sans MS"/>
              </a:rPr>
              <a:t>Sensors</a:t>
            </a:r>
            <a:endParaRPr b="0" i="0" sz="3600" u="none" cap="small" strike="noStrike">
              <a:solidFill>
                <a:schemeClr val="lt1"/>
              </a:solidFill>
              <a:latin typeface="Comic Sans MS"/>
              <a:ea typeface="Comic Sans MS"/>
              <a:cs typeface="Comic Sans MS"/>
              <a:sym typeface="Comic Sans MS"/>
            </a:endParaRPr>
          </a:p>
        </p:txBody>
      </p:sp>
      <p:sp>
        <p:nvSpPr>
          <p:cNvPr id="516" name="Google Shape;516;p72"/>
          <p:cNvSpPr txBox="1"/>
          <p:nvPr/>
        </p:nvSpPr>
        <p:spPr>
          <a:xfrm>
            <a:off x="1263717" y="5580779"/>
            <a:ext cx="15411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small" strike="noStrike">
                <a:solidFill>
                  <a:schemeClr val="lt1"/>
                </a:solidFill>
                <a:latin typeface="Comic Sans MS"/>
                <a:ea typeface="Comic Sans MS"/>
                <a:cs typeface="Comic Sans MS"/>
                <a:sym typeface="Comic Sans MS"/>
              </a:rPr>
              <a:t>Actuators</a:t>
            </a:r>
            <a:endParaRPr b="0" i="0" sz="1400" u="none" cap="none" strike="noStrike">
              <a:solidFill>
                <a:schemeClr val="lt1"/>
              </a:solidFill>
              <a:latin typeface="Arial"/>
              <a:ea typeface="Arial"/>
              <a:cs typeface="Arial"/>
              <a:sym typeface="Arial"/>
            </a:endParaRPr>
          </a:p>
        </p:txBody>
      </p:sp>
      <p:sp>
        <p:nvSpPr>
          <p:cNvPr id="517" name="Google Shape;517;p72"/>
          <p:cNvSpPr txBox="1"/>
          <p:nvPr/>
        </p:nvSpPr>
        <p:spPr>
          <a:xfrm>
            <a:off x="1120922" y="2750905"/>
            <a:ext cx="1826700" cy="2124300"/>
          </a:xfrm>
          <a:prstGeom prst="rect">
            <a:avLst/>
          </a:prstGeom>
          <a:solidFill>
            <a:srgbClr val="92D050"/>
          </a:solid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3800"/>
              <a:buFont typeface="Arial"/>
              <a:buNone/>
            </a:pPr>
            <a:r>
              <a:rPr b="1" i="0" lang="en-US" sz="13800" u="none" cap="none" strike="noStrike">
                <a:solidFill>
                  <a:srgbClr val="A89C84"/>
                </a:solidFill>
                <a:latin typeface="Arial"/>
                <a:ea typeface="Arial"/>
                <a:cs typeface="Arial"/>
                <a:sym typeface="Arial"/>
              </a:rPr>
              <a:t>?</a:t>
            </a:r>
            <a:endParaRPr b="1" i="0" sz="3600" u="none" cap="none" strike="noStrike">
              <a:solidFill>
                <a:srgbClr val="A89C84"/>
              </a:solidFill>
              <a:latin typeface="Arial"/>
              <a:ea typeface="Arial"/>
              <a:cs typeface="Arial"/>
              <a:sym typeface="Arial"/>
            </a:endParaRPr>
          </a:p>
        </p:txBody>
      </p:sp>
      <p:cxnSp>
        <p:nvCxnSpPr>
          <p:cNvPr id="518" name="Google Shape;518;p72"/>
          <p:cNvCxnSpPr>
            <a:stCxn id="515" idx="2"/>
            <a:endCxn id="517" idx="0"/>
          </p:cNvCxnSpPr>
          <p:nvPr/>
        </p:nvCxnSpPr>
        <p:spPr>
          <a:xfrm>
            <a:off x="2034243" y="1797070"/>
            <a:ext cx="0" cy="953700"/>
          </a:xfrm>
          <a:prstGeom prst="straightConnector1">
            <a:avLst/>
          </a:prstGeom>
          <a:noFill/>
          <a:ln cap="flat" cmpd="sng" w="76200">
            <a:solidFill>
              <a:srgbClr val="00FFFF"/>
            </a:solidFill>
            <a:prstDash val="solid"/>
            <a:miter lim="800000"/>
            <a:headEnd len="sm" w="sm" type="none"/>
            <a:tailEnd len="med" w="med" type="triangle"/>
          </a:ln>
        </p:spPr>
      </p:cxnSp>
      <p:cxnSp>
        <p:nvCxnSpPr>
          <p:cNvPr id="519" name="Google Shape;519;p72"/>
          <p:cNvCxnSpPr>
            <a:stCxn id="517" idx="2"/>
            <a:endCxn id="516" idx="0"/>
          </p:cNvCxnSpPr>
          <p:nvPr/>
        </p:nvCxnSpPr>
        <p:spPr>
          <a:xfrm>
            <a:off x="2034272" y="4875205"/>
            <a:ext cx="0" cy="705600"/>
          </a:xfrm>
          <a:prstGeom prst="straightConnector1">
            <a:avLst/>
          </a:prstGeom>
          <a:noFill/>
          <a:ln cap="flat" cmpd="sng" w="76200">
            <a:solidFill>
              <a:srgbClr val="00FFFF"/>
            </a:solidFill>
            <a:prstDash val="solid"/>
            <a:miter lim="800000"/>
            <a:headEnd len="sm" w="sm" type="none"/>
            <a:tailEnd len="med" w="med" type="triangle"/>
          </a:ln>
        </p:spPr>
      </p:cxnSp>
      <p:sp>
        <p:nvSpPr>
          <p:cNvPr id="520" name="Google Shape;520;p72"/>
          <p:cNvSpPr txBox="1"/>
          <p:nvPr/>
        </p:nvSpPr>
        <p:spPr>
          <a:xfrm>
            <a:off x="5589142" y="710005"/>
            <a:ext cx="6411000" cy="5079600"/>
          </a:xfrm>
          <a:prstGeom prst="rect">
            <a:avLst/>
          </a:prstGeom>
          <a:noFill/>
          <a:ln>
            <a:noFill/>
          </a:ln>
        </p:spPr>
        <p:txBody>
          <a:bodyPr anchorCtr="0" anchor="t" bIns="45700" lIns="91425" spcFirstLastPara="1" rIns="91425" wrap="square" tIns="45700">
            <a:spAutoFit/>
          </a:bodyPr>
          <a:lstStyle/>
          <a:p>
            <a:pPr indent="-571500" lvl="0" marL="571500" marR="0" rtl="0" algn="l">
              <a:lnSpc>
                <a:spcPct val="100000"/>
              </a:lnSpc>
              <a:spcBef>
                <a:spcPts val="0"/>
              </a:spcBef>
              <a:spcAft>
                <a:spcPts val="0"/>
              </a:spcAft>
              <a:buClr>
                <a:schemeClr val="lt1"/>
              </a:buClr>
              <a:buSzPts val="3600"/>
              <a:buFont typeface="Arial"/>
              <a:buChar char="•"/>
            </a:pPr>
            <a:r>
              <a:rPr b="1" i="0" lang="en-US" sz="3600" u="none" cap="none" strike="noStrike">
                <a:solidFill>
                  <a:schemeClr val="lt1"/>
                </a:solidFill>
                <a:latin typeface="Calibri"/>
                <a:ea typeface="Calibri"/>
                <a:cs typeface="Calibri"/>
                <a:sym typeface="Calibri"/>
              </a:rPr>
              <a:t>percept </a:t>
            </a:r>
            <a:r>
              <a:rPr b="0" i="0" lang="en-US" sz="3600" u="none" cap="none" strike="noStrike">
                <a:solidFill>
                  <a:schemeClr val="lt1"/>
                </a:solidFill>
                <a:latin typeface="Calibri"/>
                <a:ea typeface="Calibri"/>
                <a:cs typeface="Calibri"/>
                <a:sym typeface="Calibri"/>
              </a:rPr>
              <a:t>refers to the agent’s perceptual inputs at any given instant. </a:t>
            </a:r>
            <a:endParaRPr b="0" i="0" sz="1400" u="none" cap="none" strike="noStrike">
              <a:solidFill>
                <a:schemeClr val="lt1"/>
              </a:solidFill>
              <a:latin typeface="Arial"/>
              <a:ea typeface="Arial"/>
              <a:cs typeface="Arial"/>
              <a:sym typeface="Arial"/>
            </a:endParaRPr>
          </a:p>
          <a:p>
            <a:pPr indent="-342900" lvl="0" marL="571500" marR="0" rtl="0" algn="l">
              <a:lnSpc>
                <a:spcPct val="100000"/>
              </a:lnSpc>
              <a:spcBef>
                <a:spcPts val="0"/>
              </a:spcBef>
              <a:spcAft>
                <a:spcPts val="0"/>
              </a:spcAft>
              <a:buClr>
                <a:schemeClr val="dk1"/>
              </a:buClr>
              <a:buSzPts val="3600"/>
              <a:buFont typeface="Arial"/>
              <a:buNone/>
            </a:pPr>
            <a:r>
              <a:t/>
            </a:r>
            <a:endParaRPr b="0" i="0" sz="3600" u="none" cap="none" strike="noStrike">
              <a:solidFill>
                <a:schemeClr val="lt1"/>
              </a:solidFill>
              <a:latin typeface="Calibri"/>
              <a:ea typeface="Calibri"/>
              <a:cs typeface="Calibri"/>
              <a:sym typeface="Calibri"/>
            </a:endParaRPr>
          </a:p>
          <a:p>
            <a:pPr indent="-342900" lvl="0" marL="571500" marR="0" rtl="0" algn="l">
              <a:lnSpc>
                <a:spcPct val="100000"/>
              </a:lnSpc>
              <a:spcBef>
                <a:spcPts val="0"/>
              </a:spcBef>
              <a:spcAft>
                <a:spcPts val="0"/>
              </a:spcAft>
              <a:buClr>
                <a:schemeClr val="dk1"/>
              </a:buClr>
              <a:buSzPts val="3600"/>
              <a:buFont typeface="Arial"/>
              <a:buNone/>
            </a:pPr>
            <a:r>
              <a:t/>
            </a:r>
            <a:endParaRPr b="0" i="0" sz="3600" u="none" cap="none" strike="noStrike">
              <a:solidFill>
                <a:schemeClr val="lt1"/>
              </a:solidFill>
              <a:latin typeface="Calibri"/>
              <a:ea typeface="Calibri"/>
              <a:cs typeface="Calibri"/>
              <a:sym typeface="Calibri"/>
            </a:endParaRPr>
          </a:p>
          <a:p>
            <a:pPr indent="-571500" lvl="0" marL="571500" marR="0" rtl="0" algn="l">
              <a:lnSpc>
                <a:spcPct val="100000"/>
              </a:lnSpc>
              <a:spcBef>
                <a:spcPts val="0"/>
              </a:spcBef>
              <a:spcAft>
                <a:spcPts val="0"/>
              </a:spcAft>
              <a:buClr>
                <a:schemeClr val="lt1"/>
              </a:buClr>
              <a:buSzPts val="3600"/>
              <a:buFont typeface="Arial"/>
              <a:buChar char="•"/>
            </a:pPr>
            <a:r>
              <a:rPr b="0" i="0" lang="en-US" sz="3600" u="none" cap="none" strike="noStrike">
                <a:solidFill>
                  <a:schemeClr val="lt1"/>
                </a:solidFill>
                <a:latin typeface="Calibri"/>
                <a:ea typeface="Calibri"/>
                <a:cs typeface="Calibri"/>
                <a:sym typeface="Calibri"/>
              </a:rPr>
              <a:t>An agent’s </a:t>
            </a:r>
            <a:r>
              <a:rPr b="1" i="0" lang="en-US" sz="3600" u="none" cap="none" strike="noStrike">
                <a:solidFill>
                  <a:schemeClr val="lt1"/>
                </a:solidFill>
                <a:latin typeface="Calibri"/>
                <a:ea typeface="Calibri"/>
                <a:cs typeface="Calibri"/>
                <a:sym typeface="Calibri"/>
              </a:rPr>
              <a:t>percept sequence </a:t>
            </a:r>
            <a:r>
              <a:rPr b="0" i="0" lang="en-US" sz="3600" u="none" cap="none" strike="noStrike">
                <a:solidFill>
                  <a:schemeClr val="lt1"/>
                </a:solidFill>
                <a:latin typeface="Calibri"/>
                <a:ea typeface="Calibri"/>
                <a:cs typeface="Calibri"/>
                <a:sym typeface="Calibri"/>
              </a:rPr>
              <a:t>is the complete history of everything the agent has ever perceived.</a:t>
            </a:r>
            <a:endParaRPr b="0" i="0" sz="1400" u="none" cap="none" strike="noStrike">
              <a:solidFill>
                <a:schemeClr val="lt1"/>
              </a:solidFill>
              <a:latin typeface="Arial"/>
              <a:ea typeface="Arial"/>
              <a:cs typeface="Arial"/>
              <a:sym typeface="Arial"/>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4" name="Shape 524"/>
        <p:cNvGrpSpPr/>
        <p:nvPr/>
      </p:nvGrpSpPr>
      <p:grpSpPr>
        <a:xfrm>
          <a:off x="0" y="0"/>
          <a:ext cx="0" cy="0"/>
          <a:chOff x="0" y="0"/>
          <a:chExt cx="0" cy="0"/>
        </a:xfrm>
      </p:grpSpPr>
      <p:sp>
        <p:nvSpPr>
          <p:cNvPr id="525" name="Google Shape;525;p73"/>
          <p:cNvSpPr/>
          <p:nvPr/>
        </p:nvSpPr>
        <p:spPr>
          <a:xfrm>
            <a:off x="296817" y="843054"/>
            <a:ext cx="2980500" cy="5547000"/>
          </a:xfrm>
          <a:prstGeom prst="rect">
            <a:avLst/>
          </a:prstGeom>
          <a:noFill/>
          <a:ln cap="flat" cmpd="sng" w="2857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1" i="0" lang="en-US" sz="3200" u="none" cap="none" strike="noStrike">
                <a:solidFill>
                  <a:schemeClr val="lt1"/>
                </a:solidFill>
                <a:latin typeface="Comic Sans MS"/>
                <a:ea typeface="Comic Sans MS"/>
                <a:cs typeface="Comic Sans MS"/>
                <a:sym typeface="Comic Sans MS"/>
              </a:rPr>
              <a:t>Agent</a:t>
            </a:r>
            <a:endParaRPr b="0" i="0" sz="1400" u="none" cap="none" strike="noStrike">
              <a:solidFill>
                <a:schemeClr val="lt1"/>
              </a:solidFill>
              <a:latin typeface="Arial"/>
              <a:ea typeface="Arial"/>
              <a:cs typeface="Arial"/>
              <a:sym typeface="Arial"/>
            </a:endParaRPr>
          </a:p>
        </p:txBody>
      </p:sp>
      <p:sp>
        <p:nvSpPr>
          <p:cNvPr id="526" name="Google Shape;526;p73"/>
          <p:cNvSpPr/>
          <p:nvPr/>
        </p:nvSpPr>
        <p:spPr>
          <a:xfrm rot="5400000">
            <a:off x="2233580" y="3262254"/>
            <a:ext cx="5547000" cy="708600"/>
          </a:xfrm>
          <a:prstGeom prst="rect">
            <a:avLst/>
          </a:prstGeom>
          <a:noFill/>
          <a:ln cap="flat" cmpd="sng" w="2857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600"/>
              <a:buFont typeface="Arial"/>
              <a:buNone/>
            </a:pPr>
            <a:r>
              <a:rPr b="0" i="0" lang="en-US" sz="3600" u="none" cap="none" strike="noStrike">
                <a:solidFill>
                  <a:schemeClr val="lt1"/>
                </a:solidFill>
                <a:latin typeface="Comic Sans MS"/>
                <a:ea typeface="Comic Sans MS"/>
                <a:cs typeface="Comic Sans MS"/>
                <a:sym typeface="Comic Sans MS"/>
              </a:rPr>
              <a:t>Environment</a:t>
            </a:r>
            <a:endParaRPr b="0" i="0" sz="1400" u="none" cap="none" strike="noStrike">
              <a:solidFill>
                <a:schemeClr val="lt1"/>
              </a:solidFill>
              <a:latin typeface="Arial"/>
              <a:ea typeface="Arial"/>
              <a:cs typeface="Arial"/>
              <a:sym typeface="Arial"/>
            </a:endParaRPr>
          </a:p>
        </p:txBody>
      </p:sp>
      <p:sp>
        <p:nvSpPr>
          <p:cNvPr id="527" name="Google Shape;527;p73"/>
          <p:cNvSpPr txBox="1"/>
          <p:nvPr>
            <p:ph type="title"/>
          </p:nvPr>
        </p:nvSpPr>
        <p:spPr>
          <a:xfrm>
            <a:off x="685801" y="609600"/>
            <a:ext cx="10131300" cy="1456200"/>
          </a:xfrm>
          <a:prstGeom prst="rect">
            <a:avLst/>
          </a:prstGeom>
          <a:noFill/>
          <a:ln>
            <a:noFill/>
          </a:ln>
        </p:spPr>
        <p:txBody>
          <a:bodyPr anchorCtr="0" anchor="ctr" bIns="45700" lIns="91425" spcFirstLastPara="1" rIns="91425" wrap="square" tIns="45700">
            <a:noAutofit/>
          </a:bodyPr>
          <a:lstStyle/>
          <a:p>
            <a:pPr indent="0" lvl="0" marL="0" rtl="0" algn="r">
              <a:lnSpc>
                <a:spcPct val="90000"/>
              </a:lnSpc>
              <a:spcBef>
                <a:spcPts val="0"/>
              </a:spcBef>
              <a:spcAft>
                <a:spcPts val="0"/>
              </a:spcAft>
              <a:buClr>
                <a:srgbClr val="92D050"/>
              </a:buClr>
              <a:buSzPts val="3200"/>
              <a:buFont typeface="Erica One"/>
              <a:buNone/>
            </a:pPr>
            <a:r>
              <a:rPr lang="en-US"/>
              <a:t>Agent Function</a:t>
            </a:r>
            <a:endParaRPr/>
          </a:p>
        </p:txBody>
      </p:sp>
      <p:sp>
        <p:nvSpPr>
          <p:cNvPr id="528" name="Google Shape;528;p73"/>
          <p:cNvSpPr/>
          <p:nvPr/>
        </p:nvSpPr>
        <p:spPr>
          <a:xfrm flipH="1">
            <a:off x="3335622" y="1227075"/>
            <a:ext cx="1267200" cy="1752900"/>
          </a:xfrm>
          <a:prstGeom prst="stripedRightArrow">
            <a:avLst>
              <a:gd fmla="val 50000" name="adj1"/>
              <a:gd fmla="val 50000" name="adj2"/>
            </a:avLst>
          </a:prstGeom>
          <a:solidFill>
            <a:schemeClr val="lt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Comic Sans MS"/>
                <a:ea typeface="Comic Sans MS"/>
                <a:cs typeface="Comic Sans MS"/>
                <a:sym typeface="Comic Sans MS"/>
              </a:rPr>
              <a:t>Percepts</a:t>
            </a:r>
            <a:endParaRPr b="0" i="0" sz="1400" u="none" cap="none" strike="noStrike">
              <a:solidFill>
                <a:srgbClr val="000000"/>
              </a:solidFill>
              <a:latin typeface="Arial"/>
              <a:ea typeface="Arial"/>
              <a:cs typeface="Arial"/>
              <a:sym typeface="Arial"/>
            </a:endParaRPr>
          </a:p>
        </p:txBody>
      </p:sp>
      <p:sp>
        <p:nvSpPr>
          <p:cNvPr id="529" name="Google Shape;529;p73"/>
          <p:cNvSpPr/>
          <p:nvPr/>
        </p:nvSpPr>
        <p:spPr>
          <a:xfrm>
            <a:off x="3335763" y="4095620"/>
            <a:ext cx="1267200" cy="1752900"/>
          </a:xfrm>
          <a:prstGeom prst="stripedRightArrow">
            <a:avLst>
              <a:gd fmla="val 50000" name="adj1"/>
              <a:gd fmla="val 50000" name="adj2"/>
            </a:avLst>
          </a:prstGeom>
          <a:solidFill>
            <a:schemeClr val="lt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Comic Sans MS"/>
                <a:ea typeface="Comic Sans MS"/>
                <a:cs typeface="Comic Sans MS"/>
                <a:sym typeface="Comic Sans MS"/>
              </a:rPr>
              <a:t>Acts</a:t>
            </a:r>
            <a:endParaRPr b="0" i="0" sz="1400" u="none" cap="none" strike="noStrike">
              <a:solidFill>
                <a:srgbClr val="000000"/>
              </a:solidFill>
              <a:latin typeface="Arial"/>
              <a:ea typeface="Arial"/>
              <a:cs typeface="Arial"/>
              <a:sym typeface="Arial"/>
            </a:endParaRPr>
          </a:p>
        </p:txBody>
      </p:sp>
      <p:sp>
        <p:nvSpPr>
          <p:cNvPr id="530" name="Google Shape;530;p73"/>
          <p:cNvSpPr txBox="1"/>
          <p:nvPr/>
        </p:nvSpPr>
        <p:spPr>
          <a:xfrm>
            <a:off x="1400193" y="1396870"/>
            <a:ext cx="12681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small" strike="noStrike">
                <a:solidFill>
                  <a:schemeClr val="lt1"/>
                </a:solidFill>
                <a:latin typeface="Comic Sans MS"/>
                <a:ea typeface="Comic Sans MS"/>
                <a:cs typeface="Comic Sans MS"/>
                <a:sym typeface="Comic Sans MS"/>
              </a:rPr>
              <a:t>Sensors</a:t>
            </a:r>
            <a:endParaRPr b="0" i="0" sz="3600" u="none" cap="small" strike="noStrike">
              <a:solidFill>
                <a:schemeClr val="lt1"/>
              </a:solidFill>
              <a:latin typeface="Comic Sans MS"/>
              <a:ea typeface="Comic Sans MS"/>
              <a:cs typeface="Comic Sans MS"/>
              <a:sym typeface="Comic Sans MS"/>
            </a:endParaRPr>
          </a:p>
        </p:txBody>
      </p:sp>
      <p:sp>
        <p:nvSpPr>
          <p:cNvPr id="531" name="Google Shape;531;p73"/>
          <p:cNvSpPr txBox="1"/>
          <p:nvPr/>
        </p:nvSpPr>
        <p:spPr>
          <a:xfrm>
            <a:off x="1263717" y="5580779"/>
            <a:ext cx="15411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small" strike="noStrike">
                <a:solidFill>
                  <a:schemeClr val="lt1"/>
                </a:solidFill>
                <a:latin typeface="Comic Sans MS"/>
                <a:ea typeface="Comic Sans MS"/>
                <a:cs typeface="Comic Sans MS"/>
                <a:sym typeface="Comic Sans MS"/>
              </a:rPr>
              <a:t>Actuators</a:t>
            </a:r>
            <a:endParaRPr b="0" i="0" sz="1400" u="none" cap="none" strike="noStrike">
              <a:solidFill>
                <a:schemeClr val="lt1"/>
              </a:solidFill>
              <a:latin typeface="Arial"/>
              <a:ea typeface="Arial"/>
              <a:cs typeface="Arial"/>
              <a:sym typeface="Arial"/>
            </a:endParaRPr>
          </a:p>
        </p:txBody>
      </p:sp>
      <p:sp>
        <p:nvSpPr>
          <p:cNvPr id="532" name="Google Shape;532;p73"/>
          <p:cNvSpPr txBox="1"/>
          <p:nvPr/>
        </p:nvSpPr>
        <p:spPr>
          <a:xfrm>
            <a:off x="1120922" y="2750905"/>
            <a:ext cx="1826700" cy="2124300"/>
          </a:xfrm>
          <a:prstGeom prst="rect">
            <a:avLst/>
          </a:prstGeom>
          <a:solidFill>
            <a:srgbClr val="92D050"/>
          </a:solid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3800"/>
              <a:buFont typeface="Arial"/>
              <a:buNone/>
            </a:pPr>
            <a:r>
              <a:rPr b="1" i="0" lang="en-US" sz="13800" u="none" cap="none" strike="noStrike">
                <a:solidFill>
                  <a:srgbClr val="A89C84"/>
                </a:solidFill>
                <a:latin typeface="Arial"/>
                <a:ea typeface="Arial"/>
                <a:cs typeface="Arial"/>
                <a:sym typeface="Arial"/>
              </a:rPr>
              <a:t>?</a:t>
            </a:r>
            <a:endParaRPr b="1" i="0" sz="3600" u="none" cap="none" strike="noStrike">
              <a:solidFill>
                <a:srgbClr val="A89C84"/>
              </a:solidFill>
              <a:latin typeface="Arial"/>
              <a:ea typeface="Arial"/>
              <a:cs typeface="Arial"/>
              <a:sym typeface="Arial"/>
            </a:endParaRPr>
          </a:p>
        </p:txBody>
      </p:sp>
      <p:cxnSp>
        <p:nvCxnSpPr>
          <p:cNvPr id="533" name="Google Shape;533;p73"/>
          <p:cNvCxnSpPr>
            <a:stCxn id="530" idx="2"/>
            <a:endCxn id="532" idx="0"/>
          </p:cNvCxnSpPr>
          <p:nvPr/>
        </p:nvCxnSpPr>
        <p:spPr>
          <a:xfrm>
            <a:off x="2034243" y="1797070"/>
            <a:ext cx="0" cy="953700"/>
          </a:xfrm>
          <a:prstGeom prst="straightConnector1">
            <a:avLst/>
          </a:prstGeom>
          <a:noFill/>
          <a:ln cap="flat" cmpd="sng" w="76200">
            <a:solidFill>
              <a:srgbClr val="00FFFF"/>
            </a:solidFill>
            <a:prstDash val="solid"/>
            <a:miter lim="800000"/>
            <a:headEnd len="sm" w="sm" type="none"/>
            <a:tailEnd len="med" w="med" type="triangle"/>
          </a:ln>
        </p:spPr>
      </p:cxnSp>
      <p:cxnSp>
        <p:nvCxnSpPr>
          <p:cNvPr id="534" name="Google Shape;534;p73"/>
          <p:cNvCxnSpPr>
            <a:stCxn id="532" idx="2"/>
            <a:endCxn id="531" idx="0"/>
          </p:cNvCxnSpPr>
          <p:nvPr/>
        </p:nvCxnSpPr>
        <p:spPr>
          <a:xfrm>
            <a:off x="2034272" y="4875205"/>
            <a:ext cx="0" cy="705600"/>
          </a:xfrm>
          <a:prstGeom prst="straightConnector1">
            <a:avLst/>
          </a:prstGeom>
          <a:noFill/>
          <a:ln cap="flat" cmpd="sng" w="76200">
            <a:solidFill>
              <a:srgbClr val="00FFFF"/>
            </a:solidFill>
            <a:prstDash val="solid"/>
            <a:miter lim="800000"/>
            <a:headEnd len="sm" w="sm" type="none"/>
            <a:tailEnd len="med" w="med" type="triangle"/>
          </a:ln>
        </p:spPr>
      </p:cxnSp>
      <p:sp>
        <p:nvSpPr>
          <p:cNvPr id="535" name="Google Shape;535;p73"/>
          <p:cNvSpPr txBox="1"/>
          <p:nvPr/>
        </p:nvSpPr>
        <p:spPr>
          <a:xfrm>
            <a:off x="5866544" y="710005"/>
            <a:ext cx="6133800" cy="4402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000"/>
              <a:buFont typeface="Arial"/>
              <a:buNone/>
            </a:pPr>
            <a:r>
              <a:t/>
            </a:r>
            <a:endParaRPr b="1" i="0" sz="4000" u="none" cap="none" strike="noStrike">
              <a:solidFill>
                <a:schemeClr val="lt1"/>
              </a:solidFill>
              <a:latin typeface="Comic Sans MS"/>
              <a:ea typeface="Comic Sans MS"/>
              <a:cs typeface="Comic Sans MS"/>
              <a:sym typeface="Comic Sans MS"/>
            </a:endParaRPr>
          </a:p>
          <a:p>
            <a:pPr indent="0" lvl="0" marL="0" marR="0" rtl="0" algn="l">
              <a:lnSpc>
                <a:spcPct val="100000"/>
              </a:lnSpc>
              <a:spcBef>
                <a:spcPts val="0"/>
              </a:spcBef>
              <a:spcAft>
                <a:spcPts val="0"/>
              </a:spcAft>
              <a:buClr>
                <a:srgbClr val="000000"/>
              </a:buClr>
              <a:buSzPts val="4000"/>
              <a:buFont typeface="Arial"/>
              <a:buNone/>
            </a:pPr>
            <a:r>
              <a:t/>
            </a:r>
            <a:endParaRPr b="1" i="0" sz="4000" u="none" cap="none" strike="noStrike">
              <a:solidFill>
                <a:schemeClr val="lt1"/>
              </a:solidFill>
              <a:latin typeface="Comic Sans MS"/>
              <a:ea typeface="Comic Sans MS"/>
              <a:cs typeface="Comic Sans MS"/>
              <a:sym typeface="Comic Sans MS"/>
            </a:endParaRPr>
          </a:p>
          <a:p>
            <a:pPr indent="0" lvl="0" marL="0" marR="0" rtl="0" algn="l">
              <a:lnSpc>
                <a:spcPct val="100000"/>
              </a:lnSpc>
              <a:spcBef>
                <a:spcPts val="0"/>
              </a:spcBef>
              <a:spcAft>
                <a:spcPts val="0"/>
              </a:spcAft>
              <a:buClr>
                <a:srgbClr val="000000"/>
              </a:buClr>
              <a:buSzPts val="4000"/>
              <a:buFont typeface="Arial"/>
              <a:buNone/>
            </a:pPr>
            <a:r>
              <a:rPr b="0" i="0" lang="en-US" sz="4000" u="none" cap="none" strike="noStrike">
                <a:solidFill>
                  <a:schemeClr val="lt1"/>
                </a:solidFill>
                <a:latin typeface="Calibri"/>
                <a:ea typeface="Calibri"/>
                <a:cs typeface="Calibri"/>
                <a:sym typeface="Calibri"/>
              </a:rPr>
              <a:t>An agent’s behavior is</a:t>
            </a:r>
            <a:endParaRPr b="0" i="0" sz="1400"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4000"/>
              <a:buFont typeface="Arial"/>
              <a:buNone/>
            </a:pPr>
            <a:r>
              <a:rPr b="0" i="0" lang="en-US" sz="4000" u="none" cap="none" strike="noStrike">
                <a:solidFill>
                  <a:schemeClr val="lt1"/>
                </a:solidFill>
                <a:latin typeface="Calibri"/>
                <a:ea typeface="Calibri"/>
                <a:cs typeface="Calibri"/>
                <a:sym typeface="Calibri"/>
              </a:rPr>
              <a:t>described by the agent function </a:t>
            </a:r>
            <a:r>
              <a:rPr b="1" i="0" lang="en-US" sz="4000" u="none" cap="none" strike="noStrike">
                <a:solidFill>
                  <a:schemeClr val="lt1"/>
                </a:solidFill>
                <a:latin typeface="Calibri"/>
                <a:ea typeface="Calibri"/>
                <a:cs typeface="Calibri"/>
                <a:sym typeface="Calibri"/>
              </a:rPr>
              <a:t>Agent Function </a:t>
            </a:r>
            <a:r>
              <a:rPr b="0" i="0" lang="en-US" sz="4000" u="none" cap="none" strike="noStrike">
                <a:solidFill>
                  <a:schemeClr val="lt1"/>
                </a:solidFill>
                <a:latin typeface="Calibri"/>
                <a:ea typeface="Calibri"/>
                <a:cs typeface="Calibri"/>
                <a:sym typeface="Calibri"/>
              </a:rPr>
              <a:t>that maps any given percept sequence to an action.</a:t>
            </a:r>
            <a:endParaRPr b="0" i="0" sz="1400" u="none" cap="none" strike="noStrike">
              <a:solidFill>
                <a:schemeClr val="lt1"/>
              </a:solidFill>
              <a:latin typeface="Arial"/>
              <a:ea typeface="Arial"/>
              <a:cs typeface="Arial"/>
              <a:sym typeface="Arial"/>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9" name="Shape 539"/>
        <p:cNvGrpSpPr/>
        <p:nvPr/>
      </p:nvGrpSpPr>
      <p:grpSpPr>
        <a:xfrm>
          <a:off x="0" y="0"/>
          <a:ext cx="0" cy="0"/>
          <a:chOff x="0" y="0"/>
          <a:chExt cx="0" cy="0"/>
        </a:xfrm>
      </p:grpSpPr>
      <p:sp>
        <p:nvSpPr>
          <p:cNvPr id="540" name="Google Shape;540;p74"/>
          <p:cNvSpPr txBox="1"/>
          <p:nvPr>
            <p:ph type="title"/>
          </p:nvPr>
        </p:nvSpPr>
        <p:spPr>
          <a:xfrm>
            <a:off x="685801" y="609600"/>
            <a:ext cx="10131300" cy="1456200"/>
          </a:xfrm>
          <a:prstGeom prst="rect">
            <a:avLst/>
          </a:prstGeom>
          <a:noFill/>
          <a:ln>
            <a:noFill/>
          </a:ln>
        </p:spPr>
        <p:txBody>
          <a:bodyPr anchorCtr="0" anchor="ctr" bIns="45700" lIns="91425" spcFirstLastPara="1" rIns="91425" wrap="square" tIns="45700">
            <a:noAutofit/>
          </a:bodyPr>
          <a:lstStyle/>
          <a:p>
            <a:pPr indent="0" lvl="0" marL="0" rtl="0" algn="r">
              <a:lnSpc>
                <a:spcPct val="90000"/>
              </a:lnSpc>
              <a:spcBef>
                <a:spcPts val="0"/>
              </a:spcBef>
              <a:spcAft>
                <a:spcPts val="0"/>
              </a:spcAft>
              <a:buClr>
                <a:srgbClr val="92D050"/>
              </a:buClr>
              <a:buSzPts val="3200"/>
              <a:buFont typeface="Erica One"/>
              <a:buNone/>
            </a:pPr>
            <a:r>
              <a:rPr lang="en-US"/>
              <a:t>Purpose of the Book &amp; Course</a:t>
            </a:r>
            <a:endParaRPr/>
          </a:p>
        </p:txBody>
      </p:sp>
      <p:sp>
        <p:nvSpPr>
          <p:cNvPr id="541" name="Google Shape;541;p74"/>
          <p:cNvSpPr txBox="1"/>
          <p:nvPr>
            <p:ph idx="1" type="body"/>
          </p:nvPr>
        </p:nvSpPr>
        <p:spPr>
          <a:xfrm>
            <a:off x="685801" y="2142067"/>
            <a:ext cx="10131300" cy="3649200"/>
          </a:xfrm>
          <a:prstGeom prst="rect">
            <a:avLst/>
          </a:prstGeom>
          <a:noFill/>
          <a:ln>
            <a:noFill/>
          </a:ln>
        </p:spPr>
        <p:txBody>
          <a:bodyPr anchorCtr="0" anchor="ctr" bIns="45700" lIns="91425" spcFirstLastPara="1" rIns="91425" wrap="square" tIns="45700">
            <a:normAutofit/>
          </a:bodyPr>
          <a:lstStyle/>
          <a:p>
            <a:pPr indent="0" lvl="0" marL="0" rtl="0" algn="ctr">
              <a:lnSpc>
                <a:spcPct val="125000"/>
              </a:lnSpc>
              <a:spcBef>
                <a:spcPts val="0"/>
              </a:spcBef>
              <a:spcAft>
                <a:spcPts val="0"/>
              </a:spcAft>
              <a:buClr>
                <a:schemeClr val="dk1"/>
              </a:buClr>
              <a:buSzPts val="3600"/>
              <a:buNone/>
            </a:pPr>
            <a:r>
              <a:rPr lang="en-US" sz="4200"/>
              <a:t>Design successful agents … reasonably called</a:t>
            </a:r>
            <a:endParaRPr sz="4200"/>
          </a:p>
          <a:p>
            <a:pPr indent="0" lvl="0" marL="0" rtl="0" algn="ctr">
              <a:lnSpc>
                <a:spcPct val="125000"/>
              </a:lnSpc>
              <a:spcBef>
                <a:spcPts val="563"/>
              </a:spcBef>
              <a:spcAft>
                <a:spcPts val="1000"/>
              </a:spcAft>
              <a:buClr>
                <a:srgbClr val="00FFFF"/>
              </a:buClr>
              <a:buSzPts val="3600"/>
              <a:buNone/>
            </a:pPr>
            <a:r>
              <a:rPr b="1" lang="en-US" sz="4200">
                <a:solidFill>
                  <a:srgbClr val="00FFFF"/>
                </a:solidFill>
                <a:latin typeface="Calibri"/>
                <a:ea typeface="Calibri"/>
                <a:cs typeface="Calibri"/>
                <a:sym typeface="Calibri"/>
              </a:rPr>
              <a:t>Intelligent Agents</a:t>
            </a:r>
            <a:endParaRPr sz="4200"/>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Celestial">
  <a:themeElements>
    <a:clrScheme name="Celestial">
      <a:dk1>
        <a:srgbClr val="000000"/>
      </a:dk1>
      <a:lt1>
        <a:srgbClr val="FFFFFF"/>
      </a:lt1>
      <a:dk2>
        <a:srgbClr val="18276C"/>
      </a:dk2>
      <a:lt2>
        <a:srgbClr val="EBEBEB"/>
      </a:lt2>
      <a:accent1>
        <a:srgbClr val="AC3EC1"/>
      </a:accent1>
      <a:accent2>
        <a:srgbClr val="477BD1"/>
      </a:accent2>
      <a:accent3>
        <a:srgbClr val="46B298"/>
      </a:accent3>
      <a:accent4>
        <a:srgbClr val="90BA4C"/>
      </a:accent4>
      <a:accent5>
        <a:srgbClr val="DD9D31"/>
      </a:accent5>
      <a:accent6>
        <a:srgbClr val="E25247"/>
      </a:accent6>
      <a:hlink>
        <a:srgbClr val="C573D2"/>
      </a:hlink>
      <a:folHlink>
        <a:srgbClr val="CCAEE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