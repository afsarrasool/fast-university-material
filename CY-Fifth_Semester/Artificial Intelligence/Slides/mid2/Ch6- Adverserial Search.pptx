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12192000"/>
  <p:notesSz cx="6881800" cy="9296400"/>
  <p:embeddedFontLst>
    <p:embeddedFont>
      <p:font typeface="Tahoma"/>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hKZRY9A6KTF9fw0f+3mi9D9+sB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5EDA4C-F2B4-4428-8333-605B8D97439A}">
  <a:tblStyle styleId="{785EDA4C-F2B4-4428-8333-605B8D97439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37E2623-CDF2-46F0-886F-8780C2CFEFD4}"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Tahoma-bold.fntdata"/><Relationship Id="rId16" Type="http://schemas.openxmlformats.org/officeDocument/2006/relationships/slide" Target="slides/slide11.xml"/><Relationship Id="rId38" Type="http://schemas.openxmlformats.org/officeDocument/2006/relationships/font" Target="fonts/Tahoma-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1: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2: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3ae57c79ea_0_0:notes"/>
          <p:cNvSpPr txBox="1"/>
          <p:nvPr>
            <p:ph idx="1" type="body"/>
          </p:nvPr>
        </p:nvSpPr>
        <p:spPr>
          <a:xfrm>
            <a:off x="688180" y="4415790"/>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3ae57c79ea_0_0:notes"/>
          <p:cNvSpPr/>
          <p:nvPr>
            <p:ph idx="2" type="sldImg"/>
          </p:nvPr>
        </p:nvSpPr>
        <p:spPr>
          <a:xfrm>
            <a:off x="1147192" y="697230"/>
            <a:ext cx="458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3: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4: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3ae57c79ea_0_67:notes"/>
          <p:cNvSpPr txBox="1"/>
          <p:nvPr>
            <p:ph idx="1" type="body"/>
          </p:nvPr>
        </p:nvSpPr>
        <p:spPr>
          <a:xfrm>
            <a:off x="688180" y="4415790"/>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3ae57c79ea_0_67:notes"/>
          <p:cNvSpPr/>
          <p:nvPr>
            <p:ph idx="2" type="sldImg"/>
          </p:nvPr>
        </p:nvSpPr>
        <p:spPr>
          <a:xfrm>
            <a:off x="1147192" y="697230"/>
            <a:ext cx="458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5: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3ae57c79ea_0_115:notes"/>
          <p:cNvSpPr txBox="1"/>
          <p:nvPr>
            <p:ph idx="1" type="body"/>
          </p:nvPr>
        </p:nvSpPr>
        <p:spPr>
          <a:xfrm>
            <a:off x="688180" y="4415790"/>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3ae57c79ea_0_115:notes"/>
          <p:cNvSpPr/>
          <p:nvPr>
            <p:ph idx="2" type="sldImg"/>
          </p:nvPr>
        </p:nvSpPr>
        <p:spPr>
          <a:xfrm>
            <a:off x="1147192" y="697230"/>
            <a:ext cx="458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6: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7: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3baac5e167_0_0:notes"/>
          <p:cNvSpPr/>
          <p:nvPr>
            <p:ph idx="2" type="sldImg"/>
          </p:nvPr>
        </p:nvSpPr>
        <p:spPr>
          <a:xfrm>
            <a:off x="1147175" y="697225"/>
            <a:ext cx="4588200" cy="34863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3baac5e167_0_0:notes"/>
          <p:cNvSpPr txBox="1"/>
          <p:nvPr>
            <p:ph idx="1" type="body"/>
          </p:nvPr>
        </p:nvSpPr>
        <p:spPr>
          <a:xfrm>
            <a:off x="688175" y="4415775"/>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8: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9: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10: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3baac5e167_0_13:notes"/>
          <p:cNvSpPr txBox="1"/>
          <p:nvPr>
            <p:ph idx="1" type="body"/>
          </p:nvPr>
        </p:nvSpPr>
        <p:spPr>
          <a:xfrm>
            <a:off x="688177" y="4415777"/>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3baac5e167_0_13:notes"/>
          <p:cNvSpPr/>
          <p:nvPr>
            <p:ph idx="2" type="sldImg"/>
          </p:nvPr>
        </p:nvSpPr>
        <p:spPr>
          <a:xfrm>
            <a:off x="1147034" y="697229"/>
            <a:ext cx="45885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3baac5e167_0_39:notes"/>
          <p:cNvSpPr txBox="1"/>
          <p:nvPr>
            <p:ph idx="1" type="body"/>
          </p:nvPr>
        </p:nvSpPr>
        <p:spPr>
          <a:xfrm>
            <a:off x="688177" y="4415777"/>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3baac5e167_0_39:notes"/>
          <p:cNvSpPr/>
          <p:nvPr>
            <p:ph idx="2" type="sldImg"/>
          </p:nvPr>
        </p:nvSpPr>
        <p:spPr>
          <a:xfrm>
            <a:off x="1147034" y="697229"/>
            <a:ext cx="45885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3baac5e167_0_95:notes"/>
          <p:cNvSpPr txBox="1"/>
          <p:nvPr>
            <p:ph idx="1" type="body"/>
          </p:nvPr>
        </p:nvSpPr>
        <p:spPr>
          <a:xfrm>
            <a:off x="688177" y="4415777"/>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3baac5e167_0_95:notes"/>
          <p:cNvSpPr/>
          <p:nvPr>
            <p:ph idx="2" type="sldImg"/>
          </p:nvPr>
        </p:nvSpPr>
        <p:spPr>
          <a:xfrm>
            <a:off x="1147034" y="697229"/>
            <a:ext cx="45885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3baac5e167_0_137:notes"/>
          <p:cNvSpPr txBox="1"/>
          <p:nvPr>
            <p:ph idx="1" type="body"/>
          </p:nvPr>
        </p:nvSpPr>
        <p:spPr>
          <a:xfrm>
            <a:off x="688177" y="4415777"/>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3baac5e167_0_137:notes"/>
          <p:cNvSpPr/>
          <p:nvPr>
            <p:ph idx="2" type="sldImg"/>
          </p:nvPr>
        </p:nvSpPr>
        <p:spPr>
          <a:xfrm>
            <a:off x="1147034" y="697229"/>
            <a:ext cx="45885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32aa09071f_0_0:notes"/>
          <p:cNvSpPr/>
          <p:nvPr>
            <p:ph idx="2" type="sldImg"/>
          </p:nvPr>
        </p:nvSpPr>
        <p:spPr>
          <a:xfrm>
            <a:off x="1147175" y="697225"/>
            <a:ext cx="4588200" cy="34863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32aa09071f_0_0:notes"/>
          <p:cNvSpPr txBox="1"/>
          <p:nvPr>
            <p:ph idx="1" type="body"/>
          </p:nvPr>
        </p:nvSpPr>
        <p:spPr>
          <a:xfrm>
            <a:off x="688175" y="4415775"/>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3: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13: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3c2e5db9ed_0_2:notes"/>
          <p:cNvSpPr/>
          <p:nvPr>
            <p:ph idx="2" type="sldImg"/>
          </p:nvPr>
        </p:nvSpPr>
        <p:spPr>
          <a:xfrm>
            <a:off x="1147175" y="697225"/>
            <a:ext cx="4588200" cy="34863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3c2e5db9ed_0_2:notes"/>
          <p:cNvSpPr txBox="1"/>
          <p:nvPr>
            <p:ph idx="1" type="body"/>
          </p:nvPr>
        </p:nvSpPr>
        <p:spPr>
          <a:xfrm>
            <a:off x="688175" y="4415775"/>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1: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p11: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2: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p12: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4: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14: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5: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15: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3baac5e167_0_197:notes"/>
          <p:cNvSpPr txBox="1"/>
          <p:nvPr>
            <p:ph idx="1" type="body"/>
          </p:nvPr>
        </p:nvSpPr>
        <p:spPr>
          <a:xfrm>
            <a:off x="688177" y="4415777"/>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3baac5e167_0_197:notes"/>
          <p:cNvSpPr/>
          <p:nvPr>
            <p:ph idx="2" type="sldImg"/>
          </p:nvPr>
        </p:nvSpPr>
        <p:spPr>
          <a:xfrm>
            <a:off x="1147034" y="697229"/>
            <a:ext cx="45885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3baac5e167_0_255:notes"/>
          <p:cNvSpPr txBox="1"/>
          <p:nvPr>
            <p:ph idx="1" type="body"/>
          </p:nvPr>
        </p:nvSpPr>
        <p:spPr>
          <a:xfrm>
            <a:off x="688177" y="4415777"/>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3baac5e167_0_255:notes"/>
          <p:cNvSpPr/>
          <p:nvPr>
            <p:ph idx="2" type="sldImg"/>
          </p:nvPr>
        </p:nvSpPr>
        <p:spPr>
          <a:xfrm>
            <a:off x="1147034" y="697229"/>
            <a:ext cx="45885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6: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7" name="Google Shape;487;p16: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7:notes"/>
          <p:cNvSpPr txBox="1"/>
          <p:nvPr>
            <p:ph idx="1" type="body"/>
          </p:nvPr>
        </p:nvSpPr>
        <p:spPr>
          <a:xfrm>
            <a:off x="688175" y="4415775"/>
            <a:ext cx="5505425" cy="41833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5" name="Google Shape;495;p17:notes"/>
          <p:cNvSpPr/>
          <p:nvPr>
            <p:ph idx="2" type="sldImg"/>
          </p:nvPr>
        </p:nvSpPr>
        <p:spPr>
          <a:xfrm>
            <a:off x="1147175" y="697225"/>
            <a:ext cx="4588075"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3b9238e22a_0_6:notes"/>
          <p:cNvSpPr txBox="1"/>
          <p:nvPr>
            <p:ph idx="1" type="body"/>
          </p:nvPr>
        </p:nvSpPr>
        <p:spPr>
          <a:xfrm>
            <a:off x="688180" y="4415790"/>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3b9238e22a_0_6:notes"/>
          <p:cNvSpPr/>
          <p:nvPr>
            <p:ph idx="2" type="sldImg"/>
          </p:nvPr>
        </p:nvSpPr>
        <p:spPr>
          <a:xfrm>
            <a:off x="1147192" y="697230"/>
            <a:ext cx="458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3b9238e22a_0_11:notes"/>
          <p:cNvSpPr txBox="1"/>
          <p:nvPr>
            <p:ph idx="1" type="body"/>
          </p:nvPr>
        </p:nvSpPr>
        <p:spPr>
          <a:xfrm>
            <a:off x="688180" y="4415790"/>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g33b9238e22a_0_11:notes"/>
          <p:cNvSpPr/>
          <p:nvPr>
            <p:ph idx="2" type="sldImg"/>
          </p:nvPr>
        </p:nvSpPr>
        <p:spPr>
          <a:xfrm>
            <a:off x="1147192" y="697230"/>
            <a:ext cx="4588200" cy="3486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3baac5e167_0_342:notes"/>
          <p:cNvSpPr/>
          <p:nvPr>
            <p:ph idx="2" type="sldImg"/>
          </p:nvPr>
        </p:nvSpPr>
        <p:spPr>
          <a:xfrm>
            <a:off x="1147175" y="697225"/>
            <a:ext cx="4588200" cy="34863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3baac5e167_0_342:notes"/>
          <p:cNvSpPr txBox="1"/>
          <p:nvPr>
            <p:ph idx="1" type="body"/>
          </p:nvPr>
        </p:nvSpPr>
        <p:spPr>
          <a:xfrm>
            <a:off x="688175" y="4415775"/>
            <a:ext cx="5505300" cy="418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p:nvPr>
            <p:ph idx="2" type="pic"/>
          </p:nvPr>
        </p:nvSpPr>
        <p:spPr>
          <a:xfrm>
            <a:off x="5183188" y="987425"/>
            <a:ext cx="6172200" cy="4873625"/>
          </a:xfrm>
          <a:prstGeom prst="rect">
            <a:avLst/>
          </a:prstGeom>
          <a:noFill/>
          <a:ln>
            <a:noFill/>
          </a:ln>
        </p:spPr>
      </p:sp>
      <p:sp>
        <p:nvSpPr>
          <p:cNvPr id="64" name="Google Shape;64;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p:spTree>
      <p:nvGrpSpPr>
        <p:cNvPr id="80" name="Shape 80"/>
        <p:cNvGrpSpPr/>
        <p:nvPr/>
      </p:nvGrpSpPr>
      <p:grpSpPr>
        <a:xfrm>
          <a:off x="0" y="0"/>
          <a:ext cx="0" cy="0"/>
          <a:chOff x="0" y="0"/>
          <a:chExt cx="0" cy="0"/>
        </a:xfrm>
      </p:grpSpPr>
      <p:sp>
        <p:nvSpPr>
          <p:cNvPr id="81" name="Google Shape;81;g33b9238e22a_0_58"/>
          <p:cNvSpPr txBox="1"/>
          <p:nvPr>
            <p:ph type="title"/>
          </p:nvPr>
        </p:nvSpPr>
        <p:spPr>
          <a:xfrm>
            <a:off x="291033" y="149500"/>
            <a:ext cx="11610000" cy="635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4400"/>
              <a:buNone/>
              <a:defRPr b="0" i="0"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g33b9238e22a_0_58"/>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g33b9238e22a_0_58"/>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g33b9238e22a_0_58"/>
          <p:cNvSpPr txBox="1"/>
          <p:nvPr>
            <p:ph idx="12" type="sldNum"/>
          </p:nvPr>
        </p:nvSpPr>
        <p:spPr>
          <a:xfrm>
            <a:off x="8778240" y="6377940"/>
            <a:ext cx="2804100" cy="1848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85" name="Shape 85"/>
        <p:cNvGrpSpPr/>
        <p:nvPr/>
      </p:nvGrpSpPr>
      <p:grpSpPr>
        <a:xfrm>
          <a:off x="0" y="0"/>
          <a:ext cx="0" cy="0"/>
          <a:chOff x="0" y="0"/>
          <a:chExt cx="0" cy="0"/>
        </a:xfrm>
      </p:grpSpPr>
      <p:sp>
        <p:nvSpPr>
          <p:cNvPr id="86" name="Google Shape;86;g33baac5e167_0_187"/>
          <p:cNvSpPr txBox="1"/>
          <p:nvPr>
            <p:ph type="title"/>
          </p:nvPr>
        </p:nvSpPr>
        <p:spPr>
          <a:xfrm>
            <a:off x="379648" y="239931"/>
            <a:ext cx="7170000" cy="9894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4400"/>
              <a:buNone/>
              <a:defRPr b="0" i="0" sz="56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g33baac5e167_0_187"/>
          <p:cNvSpPr txBox="1"/>
          <p:nvPr>
            <p:ph idx="1" type="body"/>
          </p:nvPr>
        </p:nvSpPr>
        <p:spPr>
          <a:xfrm>
            <a:off x="1078148" y="1960660"/>
            <a:ext cx="10030200" cy="3817500"/>
          </a:xfrm>
          <a:prstGeom prst="rect">
            <a:avLst/>
          </a:prstGeom>
          <a:noFill/>
          <a:ln>
            <a:noFill/>
          </a:ln>
        </p:spPr>
        <p:txBody>
          <a:bodyPr anchorCtr="0" anchor="t" bIns="0" lIns="0" spcFirstLastPara="1" rIns="0" wrap="square" tIns="0">
            <a:spAutoFit/>
          </a:bodyPr>
          <a:lstStyle>
            <a:lvl1pPr indent="-228600" lvl="0" marL="457200" algn="l">
              <a:spcBef>
                <a:spcPts val="1000"/>
              </a:spcBef>
              <a:spcAft>
                <a:spcPts val="0"/>
              </a:spcAft>
              <a:buSzPts val="2800"/>
              <a:buNone/>
              <a:defRPr b="0" i="0" sz="3700">
                <a:solidFill>
                  <a:schemeClr val="lt1"/>
                </a:solidFill>
                <a:latin typeface="Times New Roman"/>
                <a:ea typeface="Times New Roman"/>
                <a:cs typeface="Times New Roman"/>
                <a:sym typeface="Times New Roman"/>
              </a:defRPr>
            </a:lvl1pPr>
            <a:lvl2pPr indent="-228600" lvl="1" marL="914400" algn="l">
              <a:spcBef>
                <a:spcPts val="500"/>
              </a:spcBef>
              <a:spcAft>
                <a:spcPts val="0"/>
              </a:spcAft>
              <a:buSzPts val="2400"/>
              <a:buNone/>
              <a:defRPr/>
            </a:lvl2pPr>
            <a:lvl3pPr indent="-228600" lvl="2" marL="1371600" algn="l">
              <a:spcBef>
                <a:spcPts val="500"/>
              </a:spcBef>
              <a:spcAft>
                <a:spcPts val="0"/>
              </a:spcAft>
              <a:buSzPts val="2000"/>
              <a:buNone/>
              <a:defRPr/>
            </a:lvl3pPr>
            <a:lvl4pPr indent="-228600" lvl="3" marL="1828800" algn="l">
              <a:spcBef>
                <a:spcPts val="500"/>
              </a:spcBef>
              <a:spcAft>
                <a:spcPts val="0"/>
              </a:spcAft>
              <a:buSzPts val="1800"/>
              <a:buNone/>
              <a:defRPr/>
            </a:lvl4pPr>
            <a:lvl5pPr indent="-228600" lvl="4" marL="2286000" algn="l">
              <a:spcBef>
                <a:spcPts val="500"/>
              </a:spcBef>
              <a:spcAft>
                <a:spcPts val="0"/>
              </a:spcAft>
              <a:buSzPts val="1800"/>
              <a:buNone/>
              <a:defRPr/>
            </a:lvl5pPr>
            <a:lvl6pPr indent="-228600" lvl="5" marL="2743200" algn="l">
              <a:spcBef>
                <a:spcPts val="500"/>
              </a:spcBef>
              <a:spcAft>
                <a:spcPts val="0"/>
              </a:spcAft>
              <a:buSzPts val="1800"/>
              <a:buNone/>
              <a:defRPr/>
            </a:lvl6pPr>
            <a:lvl7pPr indent="-228600" lvl="6" marL="3200400" algn="l">
              <a:spcBef>
                <a:spcPts val="500"/>
              </a:spcBef>
              <a:spcAft>
                <a:spcPts val="0"/>
              </a:spcAft>
              <a:buSzPts val="1800"/>
              <a:buNone/>
              <a:defRPr/>
            </a:lvl7pPr>
            <a:lvl8pPr indent="-228600" lvl="7" marL="3657600" algn="l">
              <a:spcBef>
                <a:spcPts val="500"/>
              </a:spcBef>
              <a:spcAft>
                <a:spcPts val="0"/>
              </a:spcAft>
              <a:buSzPts val="1800"/>
              <a:buNone/>
              <a:defRPr/>
            </a:lvl8pPr>
            <a:lvl9pPr indent="-228600" lvl="8" marL="4114800" algn="l">
              <a:spcBef>
                <a:spcPts val="500"/>
              </a:spcBef>
              <a:spcAft>
                <a:spcPts val="0"/>
              </a:spcAft>
              <a:buSzPts val="1800"/>
              <a:buNone/>
              <a:defRPr/>
            </a:lvl9pPr>
          </a:lstStyle>
          <a:p/>
        </p:txBody>
      </p:sp>
      <p:sp>
        <p:nvSpPr>
          <p:cNvPr id="88" name="Google Shape;88;g33baac5e167_0_187"/>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g33baac5e167_0_187"/>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g33baac5e167_0_187"/>
          <p:cNvSpPr txBox="1"/>
          <p:nvPr>
            <p:ph idx="12" type="sldNum"/>
          </p:nvPr>
        </p:nvSpPr>
        <p:spPr>
          <a:xfrm>
            <a:off x="8778241" y="6377940"/>
            <a:ext cx="2804100" cy="1848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91" name="Shape 91"/>
        <p:cNvGrpSpPr/>
        <p:nvPr/>
      </p:nvGrpSpPr>
      <p:grpSpPr>
        <a:xfrm>
          <a:off x="0" y="0"/>
          <a:ext cx="0" cy="0"/>
          <a:chOff x="0" y="0"/>
          <a:chExt cx="0" cy="0"/>
        </a:xfrm>
      </p:grpSpPr>
      <p:sp>
        <p:nvSpPr>
          <p:cNvPr id="92" name="Google Shape;92;g33baac5e167_0_193"/>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g33baac5e167_0_193"/>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g33baac5e167_0_193"/>
          <p:cNvSpPr txBox="1"/>
          <p:nvPr>
            <p:ph idx="12" type="sldNum"/>
          </p:nvPr>
        </p:nvSpPr>
        <p:spPr>
          <a:xfrm>
            <a:off x="8778241" y="6377940"/>
            <a:ext cx="2804100" cy="1848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7.jp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g"/><Relationship Id="rId4" Type="http://schemas.openxmlformats.org/officeDocument/2006/relationships/image" Target="../media/image9.jpg"/><Relationship Id="rId5" Type="http://schemas.openxmlformats.org/officeDocument/2006/relationships/image" Target="../media/image11.png"/><Relationship Id="rId6" Type="http://schemas.openxmlformats.org/officeDocument/2006/relationships/image" Target="../media/image3.png"/><Relationship Id="rId7" Type="http://schemas.openxmlformats.org/officeDocument/2006/relationships/image" Target="../media/image31.png"/><Relationship Id="rId8"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2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2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txBox="1"/>
          <p:nvPr/>
        </p:nvSpPr>
        <p:spPr>
          <a:xfrm>
            <a:off x="7577925" y="661375"/>
            <a:ext cx="4614000" cy="1234800"/>
          </a:xfrm>
          <a:prstGeom prst="rect">
            <a:avLst/>
          </a:prstGeom>
          <a:noFill/>
          <a:ln>
            <a:noFill/>
          </a:ln>
        </p:spPr>
        <p:txBody>
          <a:bodyPr anchorCtr="0" anchor="t" bIns="0" lIns="0" spcFirstLastPara="1" rIns="0" wrap="square" tIns="81275">
            <a:spAutoFit/>
          </a:bodyPr>
          <a:lstStyle/>
          <a:p>
            <a:pPr indent="-1456055" lvl="0" marL="1468120" marR="5080" rtl="0" algn="l">
              <a:lnSpc>
                <a:spcPct val="108000"/>
              </a:lnSpc>
              <a:spcBef>
                <a:spcPts val="0"/>
              </a:spcBef>
              <a:spcAft>
                <a:spcPts val="0"/>
              </a:spcAft>
              <a:buClr>
                <a:srgbClr val="FFC000"/>
              </a:buClr>
              <a:buSzPts val="4000"/>
              <a:buFont typeface="Arial"/>
              <a:buNone/>
            </a:pPr>
            <a:r>
              <a:rPr b="1" lang="en-US" sz="3600">
                <a:solidFill>
                  <a:srgbClr val="FFC000"/>
                </a:solidFill>
              </a:rPr>
              <a:t>Artificial Intelligence </a:t>
            </a:r>
            <a:r>
              <a:rPr b="1" i="0" lang="en-US" sz="3600" u="none" cap="none" strike="noStrike">
                <a:solidFill>
                  <a:srgbClr val="FFC000"/>
                </a:solidFill>
                <a:latin typeface="Arial"/>
                <a:ea typeface="Arial"/>
                <a:cs typeface="Arial"/>
                <a:sym typeface="Arial"/>
              </a:rPr>
              <a:t>(AI-2002)</a:t>
            </a:r>
            <a:endParaRPr b="0" i="0" sz="3600" u="none" cap="none" strike="noStrike">
              <a:solidFill>
                <a:schemeClr val="dk1"/>
              </a:solidFill>
              <a:latin typeface="Arial"/>
              <a:ea typeface="Arial"/>
              <a:cs typeface="Arial"/>
              <a:sym typeface="Arial"/>
            </a:endParaRPr>
          </a:p>
        </p:txBody>
      </p:sp>
      <p:pic>
        <p:nvPicPr>
          <p:cNvPr id="100" name="Google Shape;100;p1"/>
          <p:cNvPicPr preferRelativeResize="0"/>
          <p:nvPr/>
        </p:nvPicPr>
        <p:blipFill rotWithShape="1">
          <a:blip r:embed="rId3">
            <a:alphaModFix/>
          </a:blip>
          <a:srcRect b="0" l="0" r="0" t="0"/>
          <a:stretch/>
        </p:blipFill>
        <p:spPr>
          <a:xfrm>
            <a:off x="202375" y="225650"/>
            <a:ext cx="7375550" cy="6021799"/>
          </a:xfrm>
          <a:prstGeom prst="rect">
            <a:avLst/>
          </a:prstGeom>
          <a:noFill/>
          <a:ln>
            <a:noFill/>
          </a:ln>
        </p:spPr>
      </p:pic>
      <p:sp>
        <p:nvSpPr>
          <p:cNvPr id="101" name="Google Shape;101;p1"/>
          <p:cNvSpPr/>
          <p:nvPr/>
        </p:nvSpPr>
        <p:spPr>
          <a:xfrm>
            <a:off x="7899950" y="2917500"/>
            <a:ext cx="4167900" cy="2595600"/>
          </a:xfrm>
          <a:prstGeom prst="rect">
            <a:avLst/>
          </a:prstGeom>
          <a:noFill/>
          <a:ln>
            <a:noFill/>
          </a:ln>
        </p:spPr>
        <p:txBody>
          <a:bodyPr anchorCtr="0" anchor="t" bIns="45700" lIns="91425" spcFirstLastPara="1" rIns="91425" wrap="square" tIns="45700">
            <a:spAutoFit/>
          </a:bodyPr>
          <a:lstStyle/>
          <a:p>
            <a:pPr indent="0" lvl="0" marL="12700" marR="5080" rtl="0" algn="l">
              <a:lnSpc>
                <a:spcPct val="108124"/>
              </a:lnSpc>
              <a:spcBef>
                <a:spcPts val="0"/>
              </a:spcBef>
              <a:spcAft>
                <a:spcPts val="0"/>
              </a:spcAft>
              <a:buClr>
                <a:srgbClr val="000000"/>
              </a:buClr>
              <a:buSzPts val="3200"/>
              <a:buFont typeface="Arial"/>
              <a:buNone/>
            </a:pPr>
            <a:r>
              <a:rPr b="1" i="0" lang="en-US" sz="3200" u="none" cap="none" strike="noStrike">
                <a:solidFill>
                  <a:schemeClr val="dk2"/>
                </a:solidFill>
                <a:latin typeface="Arial Rounded"/>
                <a:ea typeface="Arial Rounded"/>
                <a:cs typeface="Arial Rounded"/>
                <a:sym typeface="Arial Rounded"/>
              </a:rPr>
              <a:t>Chapter 5: </a:t>
            </a:r>
            <a:r>
              <a:rPr b="1" i="0" lang="en-US" sz="3200" u="none" cap="none" strike="noStrike">
                <a:solidFill>
                  <a:schemeClr val="dk2"/>
                </a:solidFill>
                <a:latin typeface="Arial Rounded"/>
                <a:ea typeface="Arial Rounded"/>
                <a:cs typeface="Arial Rounded"/>
                <a:sym typeface="Arial Rounded"/>
              </a:rPr>
              <a:t>Adver</a:t>
            </a:r>
            <a:r>
              <a:rPr b="1" lang="en-US" sz="3200">
                <a:solidFill>
                  <a:schemeClr val="dk2"/>
                </a:solidFill>
                <a:latin typeface="Arial Rounded"/>
                <a:ea typeface="Arial Rounded"/>
                <a:cs typeface="Arial Rounded"/>
                <a:sym typeface="Arial Rounded"/>
              </a:rPr>
              <a:t>sa</a:t>
            </a:r>
            <a:r>
              <a:rPr b="1" i="0" lang="en-US" sz="3200" u="none" cap="none" strike="noStrike">
                <a:solidFill>
                  <a:schemeClr val="dk2"/>
                </a:solidFill>
                <a:latin typeface="Arial Rounded"/>
                <a:ea typeface="Arial Rounded"/>
                <a:cs typeface="Arial Rounded"/>
                <a:sym typeface="Arial Rounded"/>
              </a:rPr>
              <a:t>rial</a:t>
            </a:r>
            <a:r>
              <a:rPr b="1" i="0" lang="en-US" sz="3200" u="none" cap="none" strike="noStrike">
                <a:solidFill>
                  <a:schemeClr val="dk2"/>
                </a:solidFill>
                <a:latin typeface="Arial Rounded"/>
                <a:ea typeface="Arial Rounded"/>
                <a:cs typeface="Arial Rounded"/>
                <a:sym typeface="Arial Rounded"/>
              </a:rPr>
              <a:t> Search</a:t>
            </a:r>
            <a:endParaRPr b="1" i="0" sz="3200" u="none" cap="none" strike="noStrike">
              <a:solidFill>
                <a:schemeClr val="dk2"/>
              </a:solidFill>
              <a:latin typeface="Arial Rounded"/>
              <a:ea typeface="Arial Rounded"/>
              <a:cs typeface="Arial Rounded"/>
              <a:sym typeface="Arial Rounde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838200" y="943897"/>
            <a:ext cx="10515600" cy="746791"/>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2E75B5"/>
              </a:buClr>
              <a:buSzPts val="4800"/>
              <a:buFont typeface="Calibri"/>
              <a:buNone/>
            </a:pPr>
            <a:r>
              <a:rPr b="1" lang="en-US" sz="4800">
                <a:solidFill>
                  <a:srgbClr val="2E75B5"/>
                </a:solidFill>
                <a:latin typeface="Calibri"/>
                <a:ea typeface="Calibri"/>
                <a:cs typeface="Calibri"/>
                <a:sym typeface="Calibri"/>
              </a:rPr>
              <a:t>Content</a:t>
            </a:r>
            <a:r>
              <a:rPr lang="en-US" sz="4800"/>
              <a:t> </a:t>
            </a:r>
            <a:br>
              <a:rPr lang="en-US" sz="4800"/>
            </a:br>
            <a:endParaRPr sz="4800"/>
          </a:p>
        </p:txBody>
      </p:sp>
      <p:sp>
        <p:nvSpPr>
          <p:cNvPr id="107" name="Google Shape;10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 </a:t>
            </a:r>
            <a:r>
              <a:rPr lang="en-US" sz="3200"/>
              <a:t>Adversarial Search  </a:t>
            </a:r>
            <a:endParaRPr/>
          </a:p>
          <a:p>
            <a:pPr indent="0" lvl="0" marL="0" rtl="0" algn="l">
              <a:lnSpc>
                <a:spcPct val="90000"/>
              </a:lnSpc>
              <a:spcBef>
                <a:spcPts val="1000"/>
              </a:spcBef>
              <a:spcAft>
                <a:spcPts val="0"/>
              </a:spcAft>
              <a:buClr>
                <a:schemeClr val="dk1"/>
              </a:buClr>
              <a:buSzPts val="3200"/>
              <a:buNone/>
            </a:pPr>
            <a:r>
              <a:rPr lang="en-US" sz="3200"/>
              <a:t>• Game Optimal Decision </a:t>
            </a:r>
            <a:endParaRPr/>
          </a:p>
          <a:p>
            <a:pPr indent="0" lvl="0" marL="0" rtl="0" algn="l">
              <a:lnSpc>
                <a:spcPct val="90000"/>
              </a:lnSpc>
              <a:spcBef>
                <a:spcPts val="1000"/>
              </a:spcBef>
              <a:spcAft>
                <a:spcPts val="0"/>
              </a:spcAft>
              <a:buClr>
                <a:schemeClr val="dk1"/>
              </a:buClr>
              <a:buSzPts val="3200"/>
              <a:buNone/>
            </a:pPr>
            <a:r>
              <a:rPr lang="en-US" sz="3200"/>
              <a:t>• Min-max  </a:t>
            </a:r>
            <a:endParaRPr/>
          </a:p>
          <a:p>
            <a:pPr indent="0" lvl="0" marL="0" rtl="0" algn="l">
              <a:lnSpc>
                <a:spcPct val="90000"/>
              </a:lnSpc>
              <a:spcBef>
                <a:spcPts val="1000"/>
              </a:spcBef>
              <a:spcAft>
                <a:spcPts val="0"/>
              </a:spcAft>
              <a:buClr>
                <a:schemeClr val="dk1"/>
              </a:buClr>
              <a:buSzPts val="3200"/>
              <a:buNone/>
            </a:pPr>
            <a:r>
              <a:rPr lang="en-US" sz="3200"/>
              <a:t>• αβ-Pruning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3ae57c79ea_0_0"/>
          <p:cNvSpPr txBox="1"/>
          <p:nvPr>
            <p:ph type="title"/>
          </p:nvPr>
        </p:nvSpPr>
        <p:spPr>
          <a:xfrm>
            <a:off x="838200" y="60325"/>
            <a:ext cx="10515600" cy="690000"/>
          </a:xfrm>
          <a:prstGeom prst="rect">
            <a:avLst/>
          </a:prstGeom>
          <a:noFill/>
          <a:ln>
            <a:noFill/>
          </a:ln>
        </p:spPr>
        <p:txBody>
          <a:bodyPr anchorCtr="0" anchor="t" bIns="0" lIns="0" spcFirstLastPara="1" rIns="0" wrap="square" tIns="12700">
            <a:spAutoFit/>
          </a:bodyPr>
          <a:lstStyle/>
          <a:p>
            <a:pPr indent="0" lvl="0" marL="2466340" rtl="0" algn="l">
              <a:lnSpc>
                <a:spcPct val="100000"/>
              </a:lnSpc>
              <a:spcBef>
                <a:spcPts val="0"/>
              </a:spcBef>
              <a:spcAft>
                <a:spcPts val="0"/>
              </a:spcAft>
              <a:buNone/>
            </a:pPr>
            <a:r>
              <a:rPr b="1" lang="en-US">
                <a:solidFill>
                  <a:schemeClr val="dk2"/>
                </a:solidFill>
              </a:rPr>
              <a:t>Game Playing State of the Art</a:t>
            </a:r>
            <a:endParaRPr b="1">
              <a:solidFill>
                <a:schemeClr val="dk2"/>
              </a:solidFill>
            </a:endParaRPr>
          </a:p>
        </p:txBody>
      </p:sp>
      <p:sp>
        <p:nvSpPr>
          <p:cNvPr id="113" name="Google Shape;113;g33ae57c79ea_0_0"/>
          <p:cNvSpPr txBox="1"/>
          <p:nvPr/>
        </p:nvSpPr>
        <p:spPr>
          <a:xfrm>
            <a:off x="351901" y="579275"/>
            <a:ext cx="1352400" cy="36120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b="1" lang="en-US" sz="2250">
                <a:solidFill>
                  <a:srgbClr val="333399"/>
                </a:solidFill>
                <a:latin typeface="Calibri"/>
                <a:ea typeface="Calibri"/>
                <a:cs typeface="Calibri"/>
                <a:sym typeface="Calibri"/>
              </a:rPr>
              <a:t>Checkers:</a:t>
            </a:r>
            <a:endParaRPr sz="2250">
              <a:latin typeface="Calibri"/>
              <a:ea typeface="Calibri"/>
              <a:cs typeface="Calibri"/>
              <a:sym typeface="Calibri"/>
            </a:endParaRPr>
          </a:p>
        </p:txBody>
      </p:sp>
      <p:sp>
        <p:nvSpPr>
          <p:cNvPr id="114" name="Google Shape;114;g33ae57c79ea_0_0"/>
          <p:cNvSpPr txBox="1"/>
          <p:nvPr/>
        </p:nvSpPr>
        <p:spPr>
          <a:xfrm>
            <a:off x="728475" y="909450"/>
            <a:ext cx="6347400" cy="1515900"/>
          </a:xfrm>
          <a:prstGeom prst="rect">
            <a:avLst/>
          </a:prstGeom>
          <a:noFill/>
          <a:ln>
            <a:noFill/>
          </a:ln>
        </p:spPr>
        <p:txBody>
          <a:bodyPr anchorCtr="0" anchor="t" bIns="0" lIns="0" spcFirstLastPara="1" rIns="0" wrap="square" tIns="12050">
            <a:spAutoFit/>
          </a:bodyPr>
          <a:lstStyle/>
          <a:p>
            <a:pPr indent="0" lvl="0" marL="12700" rtl="0" algn="l">
              <a:lnSpc>
                <a:spcPct val="120000"/>
              </a:lnSpc>
              <a:spcBef>
                <a:spcPts val="0"/>
              </a:spcBef>
              <a:spcAft>
                <a:spcPts val="0"/>
              </a:spcAft>
              <a:buNone/>
            </a:pPr>
            <a:r>
              <a:rPr lang="en-US" sz="1900">
                <a:latin typeface="Calibri"/>
                <a:ea typeface="Calibri"/>
                <a:cs typeface="Calibri"/>
                <a:sym typeface="Calibri"/>
              </a:rPr>
              <a:t>1950: First computer player</a:t>
            </a:r>
            <a:endParaRPr sz="1900">
              <a:latin typeface="Calibri"/>
              <a:ea typeface="Calibri"/>
              <a:cs typeface="Calibri"/>
              <a:sym typeface="Calibri"/>
            </a:endParaRPr>
          </a:p>
          <a:p>
            <a:pPr indent="0" lvl="0" marL="12700" rtl="0" algn="l">
              <a:lnSpc>
                <a:spcPct val="119642"/>
              </a:lnSpc>
              <a:spcBef>
                <a:spcPts val="0"/>
              </a:spcBef>
              <a:spcAft>
                <a:spcPts val="0"/>
              </a:spcAft>
              <a:buNone/>
            </a:pPr>
            <a:r>
              <a:rPr lang="en-US" sz="1900">
                <a:latin typeface="Calibri"/>
                <a:ea typeface="Calibri"/>
                <a:cs typeface="Calibri"/>
                <a:sym typeface="Calibri"/>
              </a:rPr>
              <a:t>1959: Samuel’s self-taught program</a:t>
            </a:r>
            <a:endParaRPr sz="1900">
              <a:latin typeface="Calibri"/>
              <a:ea typeface="Calibri"/>
              <a:cs typeface="Calibri"/>
              <a:sym typeface="Calibri"/>
            </a:endParaRPr>
          </a:p>
          <a:p>
            <a:pPr indent="0" lvl="0" marL="12700" marR="5080" rtl="0" algn="l">
              <a:lnSpc>
                <a:spcPct val="79900"/>
              </a:lnSpc>
              <a:spcBef>
                <a:spcPts val="335"/>
              </a:spcBef>
              <a:spcAft>
                <a:spcPts val="0"/>
              </a:spcAft>
              <a:buNone/>
            </a:pPr>
            <a:r>
              <a:rPr lang="en-US" sz="1900">
                <a:latin typeface="Calibri"/>
                <a:ea typeface="Calibri"/>
                <a:cs typeface="Calibri"/>
                <a:sym typeface="Calibri"/>
              </a:rPr>
              <a:t>1995: First computer world champion beat 40 year champion Marion Tinsley *</a:t>
            </a:r>
            <a:endParaRPr sz="1900">
              <a:latin typeface="Calibri"/>
              <a:ea typeface="Calibri"/>
              <a:cs typeface="Calibri"/>
              <a:sym typeface="Calibri"/>
            </a:endParaRPr>
          </a:p>
          <a:p>
            <a:pPr indent="0" lvl="0" marL="12700" rtl="0" algn="l">
              <a:lnSpc>
                <a:spcPct val="119642"/>
              </a:lnSpc>
              <a:spcBef>
                <a:spcPts val="0"/>
              </a:spcBef>
              <a:spcAft>
                <a:spcPts val="0"/>
              </a:spcAft>
              <a:buNone/>
            </a:pPr>
            <a:r>
              <a:rPr lang="en-US" sz="1900">
                <a:latin typeface="Calibri"/>
                <a:ea typeface="Calibri"/>
                <a:cs typeface="Calibri"/>
                <a:sym typeface="Calibri"/>
              </a:rPr>
              <a:t>2007: Checkers solved!</a:t>
            </a:r>
            <a:endParaRPr sz="1900">
              <a:latin typeface="Calibri"/>
              <a:ea typeface="Calibri"/>
              <a:cs typeface="Calibri"/>
              <a:sym typeface="Calibri"/>
            </a:endParaRPr>
          </a:p>
        </p:txBody>
      </p:sp>
      <p:grpSp>
        <p:nvGrpSpPr>
          <p:cNvPr id="115" name="Google Shape;115;g33ae57c79ea_0_0"/>
          <p:cNvGrpSpPr/>
          <p:nvPr/>
        </p:nvGrpSpPr>
        <p:grpSpPr>
          <a:xfrm>
            <a:off x="6896030" y="1388225"/>
            <a:ext cx="5157245" cy="4449074"/>
            <a:chOff x="6122637" y="1691319"/>
            <a:chExt cx="5854518" cy="4449074"/>
          </a:xfrm>
        </p:grpSpPr>
        <p:pic>
          <p:nvPicPr>
            <p:cNvPr id="116" name="Google Shape;116;g33ae57c79ea_0_0"/>
            <p:cNvPicPr preferRelativeResize="0"/>
            <p:nvPr/>
          </p:nvPicPr>
          <p:blipFill rotWithShape="1">
            <a:blip r:embed="rId3">
              <a:alphaModFix/>
            </a:blip>
            <a:srcRect b="0" l="0" r="0" t="0"/>
            <a:stretch/>
          </p:blipFill>
          <p:spPr>
            <a:xfrm>
              <a:off x="6122637" y="1691319"/>
              <a:ext cx="5854518" cy="4449074"/>
            </a:xfrm>
            <a:prstGeom prst="rect">
              <a:avLst/>
            </a:prstGeom>
            <a:noFill/>
            <a:ln>
              <a:noFill/>
            </a:ln>
          </p:spPr>
        </p:pic>
        <p:pic>
          <p:nvPicPr>
            <p:cNvPr id="117" name="Google Shape;117;g33ae57c79ea_0_0"/>
            <p:cNvPicPr preferRelativeResize="0"/>
            <p:nvPr/>
          </p:nvPicPr>
          <p:blipFill rotWithShape="1">
            <a:blip r:embed="rId4">
              <a:alphaModFix/>
            </a:blip>
            <a:srcRect b="0" l="0" r="0" t="0"/>
            <a:stretch/>
          </p:blipFill>
          <p:spPr>
            <a:xfrm>
              <a:off x="9982198" y="2743200"/>
              <a:ext cx="580464" cy="533400"/>
            </a:xfrm>
            <a:prstGeom prst="rect">
              <a:avLst/>
            </a:prstGeom>
            <a:noFill/>
            <a:ln>
              <a:noFill/>
            </a:ln>
          </p:spPr>
        </p:pic>
        <p:pic>
          <p:nvPicPr>
            <p:cNvPr id="118" name="Google Shape;118;g33ae57c79ea_0_0"/>
            <p:cNvPicPr preferRelativeResize="0"/>
            <p:nvPr/>
          </p:nvPicPr>
          <p:blipFill rotWithShape="1">
            <a:blip r:embed="rId5">
              <a:alphaModFix/>
            </a:blip>
            <a:srcRect b="0" l="0" r="0" t="0"/>
            <a:stretch/>
          </p:blipFill>
          <p:spPr>
            <a:xfrm>
              <a:off x="10132358" y="3200400"/>
              <a:ext cx="383240" cy="685800"/>
            </a:xfrm>
            <a:prstGeom prst="rect">
              <a:avLst/>
            </a:prstGeom>
            <a:noFill/>
            <a:ln>
              <a:noFill/>
            </a:ln>
          </p:spPr>
        </p:pic>
        <p:pic>
          <p:nvPicPr>
            <p:cNvPr id="119" name="Google Shape;119;g33ae57c79ea_0_0"/>
            <p:cNvPicPr preferRelativeResize="0"/>
            <p:nvPr/>
          </p:nvPicPr>
          <p:blipFill rotWithShape="1">
            <a:blip r:embed="rId4">
              <a:alphaModFix/>
            </a:blip>
            <a:srcRect b="0" l="0" r="0" t="0"/>
            <a:stretch/>
          </p:blipFill>
          <p:spPr>
            <a:xfrm>
              <a:off x="9972259" y="2703442"/>
              <a:ext cx="580464" cy="533400"/>
            </a:xfrm>
            <a:prstGeom prst="rect">
              <a:avLst/>
            </a:prstGeom>
            <a:noFill/>
            <a:ln>
              <a:noFill/>
            </a:ln>
          </p:spPr>
        </p:pic>
      </p:grpSp>
      <p:sp>
        <p:nvSpPr>
          <p:cNvPr id="120" name="Google Shape;120;g33ae57c79ea_0_0"/>
          <p:cNvSpPr txBox="1"/>
          <p:nvPr/>
        </p:nvSpPr>
        <p:spPr>
          <a:xfrm>
            <a:off x="504302" y="2388900"/>
            <a:ext cx="1238700" cy="36120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b="1" lang="en-US" sz="2250">
                <a:solidFill>
                  <a:srgbClr val="333399"/>
                </a:solidFill>
                <a:latin typeface="Calibri"/>
                <a:ea typeface="Calibri"/>
                <a:cs typeface="Calibri"/>
                <a:sym typeface="Calibri"/>
              </a:rPr>
              <a:t>Chess:</a:t>
            </a:r>
            <a:endParaRPr sz="2250">
              <a:latin typeface="Calibri"/>
              <a:ea typeface="Calibri"/>
              <a:cs typeface="Calibri"/>
              <a:sym typeface="Calibri"/>
            </a:endParaRPr>
          </a:p>
        </p:txBody>
      </p:sp>
      <p:sp>
        <p:nvSpPr>
          <p:cNvPr id="121" name="Google Shape;121;g33ae57c79ea_0_0"/>
          <p:cNvSpPr txBox="1"/>
          <p:nvPr/>
        </p:nvSpPr>
        <p:spPr>
          <a:xfrm>
            <a:off x="908325" y="2736875"/>
            <a:ext cx="6897000" cy="12462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900">
                <a:latin typeface="Calibri"/>
                <a:ea typeface="Calibri"/>
                <a:cs typeface="Calibri"/>
                <a:sym typeface="Calibri"/>
              </a:rPr>
              <a:t>1945-1960: Zuse, Wiener, Shannon, Turing, Newell &amp; Simon, McCarthy. 1960-1996: gradual improvements</a:t>
            </a:r>
            <a:endParaRPr sz="1900">
              <a:latin typeface="Calibri"/>
              <a:ea typeface="Calibri"/>
              <a:cs typeface="Calibri"/>
              <a:sym typeface="Calibri"/>
            </a:endParaRPr>
          </a:p>
          <a:p>
            <a:pPr indent="0" lvl="0" marL="12700" marR="904875" rtl="0" algn="l">
              <a:lnSpc>
                <a:spcPct val="120000"/>
              </a:lnSpc>
              <a:spcBef>
                <a:spcPts val="45"/>
              </a:spcBef>
              <a:spcAft>
                <a:spcPts val="0"/>
              </a:spcAft>
              <a:buNone/>
            </a:pPr>
            <a:r>
              <a:rPr lang="en-US" sz="1900">
                <a:latin typeface="Calibri"/>
                <a:ea typeface="Calibri"/>
                <a:cs typeface="Calibri"/>
                <a:sym typeface="Calibri"/>
              </a:rPr>
              <a:t>1997: Deep Blue defeats human champion Garry Kasparov 2024: Stockfish rating 3631 (vs 2847 for Magnus Carlsen)</a:t>
            </a:r>
            <a:endParaRPr sz="1900">
              <a:latin typeface="Calibri"/>
              <a:ea typeface="Calibri"/>
              <a:cs typeface="Calibri"/>
              <a:sym typeface="Calibri"/>
            </a:endParaRPr>
          </a:p>
        </p:txBody>
      </p:sp>
      <p:sp>
        <p:nvSpPr>
          <p:cNvPr id="122" name="Google Shape;122;g33ae57c79ea_0_0"/>
          <p:cNvSpPr txBox="1"/>
          <p:nvPr/>
        </p:nvSpPr>
        <p:spPr>
          <a:xfrm>
            <a:off x="185417" y="4137894"/>
            <a:ext cx="139200" cy="36120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t/>
            </a:r>
            <a:endParaRPr sz="2250">
              <a:latin typeface="Trebuchet MS"/>
              <a:ea typeface="Trebuchet MS"/>
              <a:cs typeface="Trebuchet MS"/>
              <a:sym typeface="Trebuchet MS"/>
            </a:endParaRPr>
          </a:p>
        </p:txBody>
      </p:sp>
      <p:sp>
        <p:nvSpPr>
          <p:cNvPr id="123" name="Google Shape;123;g33ae57c79ea_0_0"/>
          <p:cNvSpPr txBox="1"/>
          <p:nvPr/>
        </p:nvSpPr>
        <p:spPr>
          <a:xfrm>
            <a:off x="580504" y="3981138"/>
            <a:ext cx="922800" cy="361200"/>
          </a:xfrm>
          <a:prstGeom prst="rect">
            <a:avLst/>
          </a:prstGeom>
          <a:noFill/>
          <a:ln>
            <a:noFill/>
          </a:ln>
        </p:spPr>
        <p:txBody>
          <a:bodyPr anchorCtr="0" anchor="t" bIns="0" lIns="0" spcFirstLastPara="1" rIns="0" wrap="square" tIns="14600">
            <a:spAutoFit/>
          </a:bodyPr>
          <a:lstStyle/>
          <a:p>
            <a:pPr indent="0" lvl="0" marL="0" rtl="0" algn="l">
              <a:lnSpc>
                <a:spcPct val="100000"/>
              </a:lnSpc>
              <a:spcBef>
                <a:spcPts val="0"/>
              </a:spcBef>
              <a:spcAft>
                <a:spcPts val="0"/>
              </a:spcAft>
              <a:buNone/>
            </a:pPr>
            <a:r>
              <a:rPr b="1" lang="en-US" sz="2250">
                <a:solidFill>
                  <a:srgbClr val="333399"/>
                </a:solidFill>
                <a:latin typeface="Calibri"/>
                <a:ea typeface="Calibri"/>
                <a:cs typeface="Calibri"/>
                <a:sym typeface="Calibri"/>
              </a:rPr>
              <a:t>Go:</a:t>
            </a:r>
            <a:endParaRPr sz="2250">
              <a:latin typeface="Calibri"/>
              <a:ea typeface="Calibri"/>
              <a:cs typeface="Calibri"/>
              <a:sym typeface="Calibri"/>
            </a:endParaRPr>
          </a:p>
        </p:txBody>
      </p:sp>
      <p:sp>
        <p:nvSpPr>
          <p:cNvPr id="124" name="Google Shape;124;g33ae57c79ea_0_0"/>
          <p:cNvSpPr txBox="1"/>
          <p:nvPr/>
        </p:nvSpPr>
        <p:spPr>
          <a:xfrm>
            <a:off x="908325" y="4452325"/>
            <a:ext cx="6593700" cy="1474500"/>
          </a:xfrm>
          <a:prstGeom prst="rect">
            <a:avLst/>
          </a:prstGeom>
          <a:noFill/>
          <a:ln>
            <a:noFill/>
          </a:ln>
        </p:spPr>
        <p:txBody>
          <a:bodyPr anchorCtr="0" anchor="t" bIns="0" lIns="0" spcFirstLastPara="1" rIns="0" wrap="square" tIns="12050">
            <a:spAutoFit/>
          </a:bodyPr>
          <a:lstStyle/>
          <a:p>
            <a:pPr indent="0" lvl="0" marL="12700" marR="438150" rtl="0" algn="l">
              <a:lnSpc>
                <a:spcPct val="100000"/>
              </a:lnSpc>
              <a:spcBef>
                <a:spcPts val="0"/>
              </a:spcBef>
              <a:spcAft>
                <a:spcPts val="0"/>
              </a:spcAft>
              <a:buNone/>
            </a:pPr>
            <a:r>
              <a:rPr lang="en-US" sz="1900">
                <a:latin typeface="Calibri"/>
                <a:ea typeface="Calibri"/>
                <a:cs typeface="Calibri"/>
                <a:sym typeface="Calibri"/>
              </a:rPr>
              <a:t>1968: Zobrist’s program plays legal Go, barely (b&gt;300!) 1968-2005: various ad hoc approaches tried, novice level 2005-2014: Monte Carlo tree search -&gt; strong amateur 2016-2017: AlphaGo defeats human world champions</a:t>
            </a:r>
            <a:endParaRPr sz="1900">
              <a:latin typeface="Calibri"/>
              <a:ea typeface="Calibri"/>
              <a:cs typeface="Calibri"/>
              <a:sym typeface="Calibri"/>
            </a:endParaRPr>
          </a:p>
          <a:p>
            <a:pPr indent="0" lvl="0" marL="12700" rtl="0" algn="l">
              <a:lnSpc>
                <a:spcPct val="118857"/>
              </a:lnSpc>
              <a:spcBef>
                <a:spcPts val="0"/>
              </a:spcBef>
              <a:spcAft>
                <a:spcPts val="0"/>
              </a:spcAft>
              <a:buNone/>
            </a:pPr>
            <a:r>
              <a:rPr lang="en-US" sz="1900">
                <a:latin typeface="Calibri"/>
                <a:ea typeface="Calibri"/>
                <a:cs typeface="Calibri"/>
                <a:sym typeface="Calibri"/>
              </a:rPr>
              <a:t>2022: Human exploits NN weakness to defeat top Go programs</a:t>
            </a:r>
            <a:endParaRPr sz="1900">
              <a:latin typeface="Calibri"/>
              <a:ea typeface="Calibri"/>
              <a:cs typeface="Calibri"/>
              <a:sym typeface="Calibri"/>
            </a:endParaRPr>
          </a:p>
        </p:txBody>
      </p:sp>
      <p:sp>
        <p:nvSpPr>
          <p:cNvPr id="125" name="Google Shape;125;g33ae57c79ea_0_0"/>
          <p:cNvSpPr txBox="1"/>
          <p:nvPr/>
        </p:nvSpPr>
        <p:spPr>
          <a:xfrm>
            <a:off x="580502" y="5956525"/>
            <a:ext cx="1560600" cy="361200"/>
          </a:xfrm>
          <a:prstGeom prst="rect">
            <a:avLst/>
          </a:prstGeom>
          <a:noFill/>
          <a:ln>
            <a:noFill/>
          </a:ln>
        </p:spPr>
        <p:txBody>
          <a:bodyPr anchorCtr="0" anchor="t" bIns="0" lIns="0" spcFirstLastPara="1" rIns="0" wrap="square" tIns="14600">
            <a:spAutoFit/>
          </a:bodyPr>
          <a:lstStyle/>
          <a:p>
            <a:pPr indent="0" lvl="0" marL="12700" rtl="0" algn="l">
              <a:lnSpc>
                <a:spcPct val="100000"/>
              </a:lnSpc>
              <a:spcBef>
                <a:spcPts val="0"/>
              </a:spcBef>
              <a:spcAft>
                <a:spcPts val="0"/>
              </a:spcAft>
              <a:buNone/>
            </a:pPr>
            <a:r>
              <a:rPr b="1" lang="en-US" sz="2250">
                <a:solidFill>
                  <a:srgbClr val="333399"/>
                </a:solidFill>
                <a:latin typeface="Calibri"/>
                <a:ea typeface="Calibri"/>
                <a:cs typeface="Calibri"/>
                <a:sym typeface="Calibri"/>
              </a:rPr>
              <a:t>Pacman</a:t>
            </a:r>
            <a:endParaRPr sz="225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b="1" lang="en-US">
                <a:solidFill>
                  <a:srgbClr val="2E75B5"/>
                </a:solidFill>
                <a:latin typeface="Calibri"/>
                <a:ea typeface="Calibri"/>
                <a:cs typeface="Calibri"/>
                <a:sym typeface="Calibri"/>
              </a:rPr>
              <a:t>Adversarial Search</a:t>
            </a:r>
            <a:endParaRPr/>
          </a:p>
        </p:txBody>
      </p:sp>
      <p:sp>
        <p:nvSpPr>
          <p:cNvPr id="131" name="Google Shape;13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There might be some situations where more than one agent is searching for the solution in the same search space, and this situation usually occurs in game playing.</a:t>
            </a:r>
            <a:endParaRPr/>
          </a:p>
          <a:p>
            <a:pPr indent="-228600" lvl="0" marL="228600" rtl="0" algn="l">
              <a:lnSpc>
                <a:spcPct val="90000"/>
              </a:lnSpc>
              <a:spcBef>
                <a:spcPts val="1000"/>
              </a:spcBef>
              <a:spcAft>
                <a:spcPts val="0"/>
              </a:spcAft>
              <a:buClr>
                <a:schemeClr val="dk1"/>
              </a:buClr>
              <a:buSzPts val="2800"/>
              <a:buChar char="•"/>
            </a:pPr>
            <a:r>
              <a:rPr lang="en-US"/>
              <a:t>The environment with more than one agent is termed as </a:t>
            </a:r>
            <a:r>
              <a:rPr b="1" lang="en-US"/>
              <a:t>multi-agent environment</a:t>
            </a:r>
            <a:endParaRPr/>
          </a:p>
          <a:p>
            <a:pPr indent="-228600" lvl="0" marL="228600" rtl="0" algn="just">
              <a:lnSpc>
                <a:spcPct val="90000"/>
              </a:lnSpc>
              <a:spcBef>
                <a:spcPts val="1000"/>
              </a:spcBef>
              <a:spcAft>
                <a:spcPts val="0"/>
              </a:spcAft>
              <a:buClr>
                <a:schemeClr val="dk1"/>
              </a:buClr>
              <a:buSzPts val="2800"/>
              <a:buChar char="•"/>
            </a:pPr>
            <a:r>
              <a:rPr lang="en-US"/>
              <a:t>Search in which two or more players with conflicting goals are trying to explore the same search space for the solution is called as an </a:t>
            </a:r>
            <a:r>
              <a:rPr b="1" lang="en-US"/>
              <a:t>Adversarial search</a:t>
            </a:r>
            <a:r>
              <a:rPr lang="en-US"/>
              <a:t>, often known as</a:t>
            </a:r>
            <a:r>
              <a:rPr b="1" lang="en-US"/>
              <a:t> Games</a:t>
            </a:r>
            <a:r>
              <a:rPr lang="en-US"/>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
          <p:cNvSpPr txBox="1"/>
          <p:nvPr>
            <p:ph idx="1" type="body"/>
          </p:nvPr>
        </p:nvSpPr>
        <p:spPr>
          <a:xfrm>
            <a:off x="250950" y="11247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Games are modeled as a Search problem and evaluation function, that helps to solve games.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37" name="Google Shape;137;p4"/>
          <p:cNvSpPr txBox="1"/>
          <p:nvPr>
            <p:ph type="title"/>
          </p:nvPr>
        </p:nvSpPr>
        <p:spPr>
          <a:xfrm>
            <a:off x="364600" y="232044"/>
            <a:ext cx="10515600" cy="1174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75B5"/>
              </a:buClr>
              <a:buSzPct val="100000"/>
              <a:buFont typeface="Calibri"/>
              <a:buNone/>
            </a:pPr>
            <a:r>
              <a:rPr b="1" lang="en-US" sz="4000">
                <a:solidFill>
                  <a:srgbClr val="2E75B5"/>
                </a:solidFill>
                <a:latin typeface="Calibri"/>
                <a:ea typeface="Calibri"/>
                <a:cs typeface="Calibri"/>
                <a:sym typeface="Calibri"/>
              </a:rPr>
              <a:t>Types of Games in AI</a:t>
            </a:r>
            <a:br>
              <a:rPr b="1" lang="en-US" sz="4000">
                <a:solidFill>
                  <a:srgbClr val="2E75B5"/>
                </a:solidFill>
                <a:latin typeface="Calibri"/>
                <a:ea typeface="Calibri"/>
                <a:cs typeface="Calibri"/>
                <a:sym typeface="Calibri"/>
              </a:rPr>
            </a:br>
            <a:endParaRPr b="1" sz="4000">
              <a:solidFill>
                <a:srgbClr val="2E75B5"/>
              </a:solidFill>
              <a:latin typeface="Calibri"/>
              <a:ea typeface="Calibri"/>
              <a:cs typeface="Calibri"/>
              <a:sym typeface="Calibri"/>
            </a:endParaRPr>
          </a:p>
        </p:txBody>
      </p:sp>
      <p:graphicFrame>
        <p:nvGraphicFramePr>
          <p:cNvPr id="138" name="Google Shape;138;p4"/>
          <p:cNvGraphicFramePr/>
          <p:nvPr/>
        </p:nvGraphicFramePr>
        <p:xfrm>
          <a:off x="303639" y="2304689"/>
          <a:ext cx="3000000" cy="3000000"/>
        </p:xfrm>
        <a:graphic>
          <a:graphicData uri="http://schemas.openxmlformats.org/drawingml/2006/table">
            <a:tbl>
              <a:tblPr>
                <a:noFill/>
                <a:tableStyleId>{785EDA4C-F2B4-4428-8333-605B8D97439A}</a:tableStyleId>
              </a:tblPr>
              <a:tblGrid>
                <a:gridCol w="2110300"/>
                <a:gridCol w="1920000"/>
                <a:gridCol w="2264800"/>
              </a:tblGrid>
              <a:tr h="504175">
                <a:tc>
                  <a:txBody>
                    <a:bodyPr/>
                    <a:lstStyle/>
                    <a:p>
                      <a:pPr indent="0" lvl="0" marL="0" marR="0" rtl="0" algn="l">
                        <a:lnSpc>
                          <a:spcPct val="100000"/>
                        </a:lnSpc>
                        <a:spcBef>
                          <a:spcPts val="0"/>
                        </a:spcBef>
                        <a:spcAft>
                          <a:spcPts val="0"/>
                        </a:spcAft>
                        <a:buClr>
                          <a:srgbClr val="000000"/>
                        </a:buClr>
                        <a:buSzPts val="1600"/>
                        <a:buFont typeface="Arial"/>
                        <a:buNone/>
                      </a:pPr>
                      <a:r>
                        <a:t/>
                      </a:r>
                      <a:endParaRPr sz="1600" u="none" cap="none" strike="noStrike">
                        <a:solidFill>
                          <a:srgbClr val="000000"/>
                        </a:solidFill>
                        <a:latin typeface="times new roman"/>
                        <a:ea typeface="times new roman"/>
                        <a:cs typeface="times new roman"/>
                        <a:sym typeface="times new roman"/>
                      </a:endParaRPr>
                    </a:p>
                  </a:txBody>
                  <a:tcPr marT="82800" marB="82800" marR="82800" marL="82800">
                    <a:lnL cap="flat" cmpd="sng" w="9525">
                      <a:solidFill>
                        <a:srgbClr val="4834CD"/>
                      </a:solidFill>
                      <a:prstDash val="solid"/>
                      <a:round/>
                      <a:headEnd len="sm" w="sm" type="none"/>
                      <a:tailEnd len="sm" w="sm" type="none"/>
                    </a:lnL>
                    <a:lnR cap="flat" cmpd="sng" w="9525">
                      <a:solidFill>
                        <a:srgbClr val="4834CD"/>
                      </a:solidFill>
                      <a:prstDash val="solid"/>
                      <a:round/>
                      <a:headEnd len="sm" w="sm" type="none"/>
                      <a:tailEnd len="sm" w="sm" type="none"/>
                    </a:lnR>
                    <a:lnT cap="flat" cmpd="sng" w="9525">
                      <a:solidFill>
                        <a:srgbClr val="4834CD"/>
                      </a:solidFill>
                      <a:prstDash val="solid"/>
                      <a:round/>
                      <a:headEnd len="sm" w="sm" type="none"/>
                      <a:tailEnd len="sm" w="sm" type="none"/>
                    </a:lnT>
                    <a:lnB cap="flat" cmpd="sng" w="9525">
                      <a:solidFill>
                        <a:srgbClr val="C7CCBE"/>
                      </a:solidFill>
                      <a:prstDash val="solid"/>
                      <a:round/>
                      <a:headEnd len="sm" w="sm" type="none"/>
                      <a:tailEnd len="sm" w="sm" type="none"/>
                    </a:lnB>
                    <a:solidFill>
                      <a:srgbClr val="C7CCBE"/>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0000"/>
                          </a:solidFill>
                          <a:latin typeface="Calibri"/>
                          <a:ea typeface="Calibri"/>
                          <a:cs typeface="Calibri"/>
                          <a:sym typeface="Calibri"/>
                        </a:rPr>
                        <a:t>Deterministic</a:t>
                      </a:r>
                      <a:endParaRPr sz="1400" u="none" cap="none" strike="noStrike"/>
                    </a:p>
                  </a:txBody>
                  <a:tcPr marT="82800" marB="82800" marR="82800" marL="82800">
                    <a:lnL cap="flat" cmpd="sng" w="9525">
                      <a:solidFill>
                        <a:srgbClr val="4834CD"/>
                      </a:solidFill>
                      <a:prstDash val="solid"/>
                      <a:round/>
                      <a:headEnd len="sm" w="sm" type="none"/>
                      <a:tailEnd len="sm" w="sm" type="none"/>
                    </a:lnL>
                    <a:lnR cap="flat" cmpd="sng" w="9525">
                      <a:solidFill>
                        <a:srgbClr val="4834CD"/>
                      </a:solidFill>
                      <a:prstDash val="solid"/>
                      <a:round/>
                      <a:headEnd len="sm" w="sm" type="none"/>
                      <a:tailEnd len="sm" w="sm" type="none"/>
                    </a:lnR>
                    <a:lnT cap="flat" cmpd="sng" w="9525">
                      <a:solidFill>
                        <a:srgbClr val="4834CD"/>
                      </a:solidFill>
                      <a:prstDash val="solid"/>
                      <a:round/>
                      <a:headEnd len="sm" w="sm" type="none"/>
                      <a:tailEnd len="sm" w="sm" type="none"/>
                    </a:lnT>
                    <a:lnB cap="flat" cmpd="sng" w="9525">
                      <a:solidFill>
                        <a:srgbClr val="C7CCBE"/>
                      </a:solidFill>
                      <a:prstDash val="solid"/>
                      <a:round/>
                      <a:headEnd len="sm" w="sm" type="none"/>
                      <a:tailEnd len="sm" w="sm" type="none"/>
                    </a:lnB>
                    <a:solidFill>
                      <a:srgbClr val="C7CCBE"/>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0000"/>
                          </a:solidFill>
                          <a:latin typeface="Calibri"/>
                          <a:ea typeface="Calibri"/>
                          <a:cs typeface="Calibri"/>
                          <a:sym typeface="Calibri"/>
                        </a:rPr>
                        <a:t>Non-deterministic</a:t>
                      </a:r>
                      <a:endParaRPr sz="1400" u="none" cap="none" strike="noStrike"/>
                    </a:p>
                  </a:txBody>
                  <a:tcPr marT="82800" marB="82800" marR="82800" marL="82800">
                    <a:lnL cap="flat" cmpd="sng" w="9525">
                      <a:solidFill>
                        <a:srgbClr val="4834CD"/>
                      </a:solidFill>
                      <a:prstDash val="solid"/>
                      <a:round/>
                      <a:headEnd len="sm" w="sm" type="none"/>
                      <a:tailEnd len="sm" w="sm" type="none"/>
                    </a:lnL>
                    <a:lnR cap="flat" cmpd="sng" w="9525">
                      <a:solidFill>
                        <a:srgbClr val="4834CD"/>
                      </a:solidFill>
                      <a:prstDash val="solid"/>
                      <a:round/>
                      <a:headEnd len="sm" w="sm" type="none"/>
                      <a:tailEnd len="sm" w="sm" type="none"/>
                    </a:lnR>
                    <a:lnT cap="flat" cmpd="sng" w="9525">
                      <a:solidFill>
                        <a:srgbClr val="4834CD"/>
                      </a:solidFill>
                      <a:prstDash val="solid"/>
                      <a:round/>
                      <a:headEnd len="sm" w="sm" type="none"/>
                      <a:tailEnd len="sm" w="sm" type="none"/>
                    </a:lnT>
                    <a:lnB cap="flat" cmpd="sng" w="9525">
                      <a:solidFill>
                        <a:srgbClr val="C7CCBE"/>
                      </a:solidFill>
                      <a:prstDash val="solid"/>
                      <a:round/>
                      <a:headEnd len="sm" w="sm" type="none"/>
                      <a:tailEnd len="sm" w="sm" type="none"/>
                    </a:lnB>
                    <a:solidFill>
                      <a:srgbClr val="C7CCBE"/>
                    </a:solidFill>
                  </a:tcPr>
                </a:tc>
              </a:tr>
              <a:tr h="843200">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0000"/>
                          </a:solidFill>
                          <a:latin typeface="Calibri"/>
                          <a:ea typeface="Calibri"/>
                          <a:cs typeface="Calibri"/>
                          <a:sym typeface="Calibri"/>
                        </a:rPr>
                        <a:t>Perfect information</a:t>
                      </a:r>
                      <a:endParaRPr sz="2400" u="none" cap="none" strike="noStrike">
                        <a:solidFill>
                          <a:srgbClr val="000000"/>
                        </a:solidFill>
                        <a:latin typeface="Calibri"/>
                        <a:ea typeface="Calibri"/>
                        <a:cs typeface="Calibri"/>
                        <a:sym typeface="Calibri"/>
                      </a:endParaRPr>
                    </a:p>
                  </a:txBody>
                  <a:tcPr marT="55200" marB="55200" marR="55200" marL="55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verdana"/>
                          <a:ea typeface="verdana"/>
                          <a:cs typeface="verdana"/>
                          <a:sym typeface="verdana"/>
                        </a:rPr>
                        <a:t>Chess, </a:t>
                      </a:r>
                      <a:endParaRPr sz="1400" u="none" cap="none" strike="noStrike"/>
                    </a:p>
                  </a:txBody>
                  <a:tcPr marT="55200" marB="55200" marR="55200" marL="55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verdana"/>
                          <a:ea typeface="verdana"/>
                          <a:cs typeface="verdana"/>
                          <a:sym typeface="verdana"/>
                        </a:rPr>
                        <a:t>Backgammon, monopoly</a:t>
                      </a:r>
                      <a:endParaRPr sz="1400" u="none" cap="none" strike="noStrike"/>
                    </a:p>
                  </a:txBody>
                  <a:tcPr marT="55200" marB="55200" marR="55200" marL="55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solidFill>
                      <a:srgbClr val="FFFFFF"/>
                    </a:solidFill>
                  </a:tcPr>
                </a:tc>
              </a:tr>
              <a:tr h="843200">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solidFill>
                            <a:srgbClr val="000000"/>
                          </a:solidFill>
                          <a:latin typeface="Calibri"/>
                          <a:ea typeface="Calibri"/>
                          <a:cs typeface="Calibri"/>
                          <a:sym typeface="Calibri"/>
                        </a:rPr>
                        <a:t>Imperfect information</a:t>
                      </a:r>
                      <a:endParaRPr sz="2400" u="none" cap="none" strike="noStrike">
                        <a:solidFill>
                          <a:srgbClr val="000000"/>
                        </a:solidFill>
                        <a:latin typeface="Calibri"/>
                        <a:ea typeface="Calibri"/>
                        <a:cs typeface="Calibri"/>
                        <a:sym typeface="Calibri"/>
                      </a:endParaRPr>
                    </a:p>
                  </a:txBody>
                  <a:tcPr marT="55200" marB="55200" marR="55200" marL="55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solidFill>
                      <a:srgbClr val="EFF1E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verdana"/>
                          <a:ea typeface="verdana"/>
                          <a:cs typeface="verdana"/>
                          <a:sym typeface="verdana"/>
                        </a:rPr>
                        <a:t>Battleships</a:t>
                      </a:r>
                      <a:endParaRPr sz="1800" u="none" cap="none" strike="noStrike">
                        <a:solidFill>
                          <a:srgbClr val="000000"/>
                        </a:solidFill>
                        <a:latin typeface="verdana"/>
                        <a:ea typeface="verdana"/>
                        <a:cs typeface="verdana"/>
                        <a:sym typeface="verdana"/>
                      </a:endParaRPr>
                    </a:p>
                  </a:txBody>
                  <a:tcPr marT="55200" marB="55200" marR="55200" marL="55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solidFill>
                      <a:srgbClr val="EFF1E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000000"/>
                          </a:solidFill>
                          <a:latin typeface="verdana"/>
                          <a:ea typeface="verdana"/>
                          <a:cs typeface="verdana"/>
                          <a:sym typeface="verdana"/>
                        </a:rPr>
                        <a:t> poker, scrabble</a:t>
                      </a:r>
                      <a:endParaRPr sz="1400" u="none" cap="none" strike="noStrike"/>
                    </a:p>
                  </a:txBody>
                  <a:tcPr marT="55200" marB="55200" marR="55200" marL="55200">
                    <a:lnL cap="flat" cmpd="sng" w="9525">
                      <a:solidFill>
                        <a:srgbClr val="C7CCBE"/>
                      </a:solidFill>
                      <a:prstDash val="solid"/>
                      <a:round/>
                      <a:headEnd len="sm" w="sm" type="none"/>
                      <a:tailEnd len="sm" w="sm" type="none"/>
                    </a:lnL>
                    <a:lnR cap="flat" cmpd="sng" w="9525">
                      <a:solidFill>
                        <a:srgbClr val="C7CCBE"/>
                      </a:solidFill>
                      <a:prstDash val="solid"/>
                      <a:round/>
                      <a:headEnd len="sm" w="sm" type="none"/>
                      <a:tailEnd len="sm" w="sm" type="none"/>
                    </a:lnR>
                    <a:lnT cap="flat" cmpd="sng" w="9525">
                      <a:solidFill>
                        <a:srgbClr val="C7CCBE"/>
                      </a:solidFill>
                      <a:prstDash val="solid"/>
                      <a:round/>
                      <a:headEnd len="sm" w="sm" type="none"/>
                      <a:tailEnd len="sm" w="sm" type="none"/>
                    </a:lnT>
                    <a:lnB cap="flat" cmpd="sng" w="9525">
                      <a:solidFill>
                        <a:srgbClr val="C7CCBE"/>
                      </a:solidFill>
                      <a:prstDash val="solid"/>
                      <a:round/>
                      <a:headEnd len="sm" w="sm" type="none"/>
                      <a:tailEnd len="sm" w="sm" type="none"/>
                    </a:lnB>
                    <a:solidFill>
                      <a:srgbClr val="EFF1EB"/>
                    </a:solidFill>
                  </a:tcPr>
                </a:tc>
              </a:tr>
            </a:tbl>
          </a:graphicData>
        </a:graphic>
      </p:graphicFrame>
      <p:sp>
        <p:nvSpPr>
          <p:cNvPr id="139" name="Google Shape;139;p4"/>
          <p:cNvSpPr txBox="1"/>
          <p:nvPr/>
        </p:nvSpPr>
        <p:spPr>
          <a:xfrm>
            <a:off x="6819275" y="1742075"/>
            <a:ext cx="5372700" cy="4525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400" u="none" cap="none" strike="noStrike">
                <a:solidFill>
                  <a:schemeClr val="dk1"/>
                </a:solidFill>
                <a:latin typeface="Calibri"/>
                <a:ea typeface="Calibri"/>
                <a:cs typeface="Calibri"/>
                <a:sym typeface="Calibri"/>
              </a:rPr>
              <a:t>Perfect information:</a:t>
            </a:r>
            <a:r>
              <a:rPr b="0" i="0" lang="en-US" sz="2400" u="none" cap="none" strike="noStrike">
                <a:solidFill>
                  <a:schemeClr val="dk1"/>
                </a:solidFill>
                <a:latin typeface="Calibri"/>
                <a:ea typeface="Calibri"/>
                <a:cs typeface="Calibri"/>
                <a:sym typeface="Calibri"/>
              </a:rPr>
              <a:t> A game with the perfect information is that in which agents can look into the complete board.</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400" u="none" cap="none" strike="noStrike">
                <a:solidFill>
                  <a:schemeClr val="dk1"/>
                </a:solidFill>
                <a:latin typeface="Calibri"/>
                <a:ea typeface="Calibri"/>
                <a:cs typeface="Calibri"/>
                <a:sym typeface="Calibri"/>
              </a:rPr>
              <a:t>Imperfect information:</a:t>
            </a:r>
            <a:r>
              <a:rPr b="0" i="0" lang="en-US" sz="2400" u="none" cap="none" strike="noStrike">
                <a:solidFill>
                  <a:schemeClr val="dk1"/>
                </a:solidFill>
                <a:latin typeface="Calibri"/>
                <a:ea typeface="Calibri"/>
                <a:cs typeface="Calibri"/>
                <a:sym typeface="Calibri"/>
              </a:rPr>
              <a:t>  Agents do not have all information about the game </a:t>
            </a:r>
            <a:r>
              <a:rPr b="1" i="0" lang="en-US" sz="2400" u="none" cap="none" strike="noStrike">
                <a:solidFill>
                  <a:schemeClr val="dk1"/>
                </a:solidFill>
                <a:latin typeface="Calibri"/>
                <a:ea typeface="Calibri"/>
                <a:cs typeface="Calibri"/>
                <a:sym typeface="Calibri"/>
              </a:rPr>
              <a:t>Deterministic games:</a:t>
            </a:r>
            <a:r>
              <a:rPr b="0" i="0" lang="en-US" sz="2400" u="none" cap="none" strike="noStrike">
                <a:solidFill>
                  <a:schemeClr val="dk1"/>
                </a:solidFill>
                <a:latin typeface="Calibri"/>
                <a:ea typeface="Calibri"/>
                <a:cs typeface="Calibri"/>
                <a:sym typeface="Calibri"/>
              </a:rPr>
              <a:t> Deterministic games are those games which follow a strict pattern and set of rules for the games.</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400" u="none" cap="none" strike="noStrike">
                <a:solidFill>
                  <a:schemeClr val="dk1"/>
                </a:solidFill>
                <a:latin typeface="Calibri"/>
                <a:ea typeface="Calibri"/>
                <a:cs typeface="Calibri"/>
                <a:sym typeface="Calibri"/>
              </a:rPr>
              <a:t>Nondeterministic games:</a:t>
            </a:r>
            <a:r>
              <a:rPr b="0" i="0" lang="en-US" sz="2400" u="none" cap="none" strike="noStrike">
                <a:solidFill>
                  <a:schemeClr val="dk1"/>
                </a:solidFill>
                <a:latin typeface="Calibri"/>
                <a:ea typeface="Calibri"/>
                <a:cs typeface="Calibri"/>
                <a:sym typeface="Calibri"/>
              </a:rPr>
              <a:t>  Non-deterministic are those games which have various unpredictable events</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g33ae57c79ea_0_67"/>
          <p:cNvPicPr preferRelativeResize="0"/>
          <p:nvPr/>
        </p:nvPicPr>
        <p:blipFill rotWithShape="1">
          <a:blip r:embed="rId3">
            <a:alphaModFix/>
          </a:blip>
          <a:srcRect b="0" l="0" r="0" t="0"/>
          <a:stretch/>
        </p:blipFill>
        <p:spPr>
          <a:xfrm>
            <a:off x="7476361" y="1492180"/>
            <a:ext cx="3788221" cy="4140392"/>
          </a:xfrm>
          <a:prstGeom prst="rect">
            <a:avLst/>
          </a:prstGeom>
          <a:noFill/>
          <a:ln>
            <a:noFill/>
          </a:ln>
        </p:spPr>
      </p:pic>
      <p:sp>
        <p:nvSpPr>
          <p:cNvPr id="145" name="Google Shape;145;g33ae57c79ea_0_67"/>
          <p:cNvSpPr txBox="1"/>
          <p:nvPr>
            <p:ph type="title"/>
          </p:nvPr>
        </p:nvSpPr>
        <p:spPr>
          <a:xfrm>
            <a:off x="838200" y="365125"/>
            <a:ext cx="10515600" cy="690000"/>
          </a:xfrm>
          <a:prstGeom prst="rect">
            <a:avLst/>
          </a:prstGeom>
          <a:noFill/>
          <a:ln>
            <a:noFill/>
          </a:ln>
        </p:spPr>
        <p:txBody>
          <a:bodyPr anchorCtr="0" anchor="t" bIns="0" lIns="0" spcFirstLastPara="1" rIns="0" wrap="square" tIns="12700">
            <a:spAutoFit/>
          </a:bodyPr>
          <a:lstStyle/>
          <a:p>
            <a:pPr indent="0" lvl="0" marL="3442970" rtl="0" algn="l">
              <a:lnSpc>
                <a:spcPct val="100000"/>
              </a:lnSpc>
              <a:spcBef>
                <a:spcPts val="0"/>
              </a:spcBef>
              <a:spcAft>
                <a:spcPts val="0"/>
              </a:spcAft>
              <a:buNone/>
            </a:pPr>
            <a:r>
              <a:rPr lang="en-US"/>
              <a:t>Deterministic Games</a:t>
            </a:r>
            <a:endParaRPr/>
          </a:p>
        </p:txBody>
      </p:sp>
      <p:sp>
        <p:nvSpPr>
          <p:cNvPr id="146" name="Google Shape;146;g33ae57c79ea_0_67"/>
          <p:cNvSpPr txBox="1"/>
          <p:nvPr/>
        </p:nvSpPr>
        <p:spPr>
          <a:xfrm>
            <a:off x="401326" y="1234475"/>
            <a:ext cx="6570300" cy="4331100"/>
          </a:xfrm>
          <a:prstGeom prst="rect">
            <a:avLst/>
          </a:prstGeom>
          <a:noFill/>
          <a:ln>
            <a:noFill/>
          </a:ln>
        </p:spPr>
        <p:txBody>
          <a:bodyPr anchorCtr="0" anchor="t" bIns="0" lIns="0" spcFirstLastPara="1" rIns="0" wrap="square" tIns="116825">
            <a:spAutoFit/>
          </a:bodyPr>
          <a:lstStyle/>
          <a:p>
            <a:pPr indent="-348615" lvl="0" marL="393065" rtl="0" algn="l">
              <a:lnSpc>
                <a:spcPct val="100000"/>
              </a:lnSpc>
              <a:spcBef>
                <a:spcPts val="0"/>
              </a:spcBef>
              <a:spcAft>
                <a:spcPts val="0"/>
              </a:spcAft>
              <a:buClr>
                <a:srgbClr val="333399"/>
              </a:buClr>
              <a:buSzPts val="2900"/>
              <a:buFont typeface="Trebuchet MS"/>
              <a:buChar char="▪"/>
            </a:pPr>
            <a:r>
              <a:rPr lang="en-US" sz="2900">
                <a:solidFill>
                  <a:srgbClr val="333399"/>
                </a:solidFill>
                <a:latin typeface="Calibri"/>
                <a:ea typeface="Calibri"/>
                <a:cs typeface="Calibri"/>
                <a:sym typeface="Calibri"/>
              </a:rPr>
              <a:t>Many possible formalizations, one is:</a:t>
            </a:r>
            <a:endParaRPr sz="2900">
              <a:latin typeface="Calibri"/>
              <a:ea typeface="Calibri"/>
              <a:cs typeface="Calibri"/>
              <a:sym typeface="Calibri"/>
            </a:endParaRPr>
          </a:p>
          <a:p>
            <a:pPr indent="-291465" lvl="1" marL="792480" rtl="0" algn="l">
              <a:lnSpc>
                <a:spcPct val="100000"/>
              </a:lnSpc>
              <a:spcBef>
                <a:spcPts val="705"/>
              </a:spcBef>
              <a:spcAft>
                <a:spcPts val="0"/>
              </a:spcAft>
              <a:buSzPts val="2500"/>
              <a:buFont typeface="Trebuchet MS"/>
              <a:buChar char="▪"/>
            </a:pPr>
            <a:r>
              <a:rPr lang="en-US" sz="2500">
                <a:latin typeface="Calibri"/>
                <a:ea typeface="Calibri"/>
                <a:cs typeface="Calibri"/>
                <a:sym typeface="Calibri"/>
              </a:rPr>
              <a:t>States: </a:t>
            </a:r>
            <a:r>
              <a:rPr lang="en-US" sz="2500">
                <a:solidFill>
                  <a:srgbClr val="BD00B0"/>
                </a:solidFill>
                <a:latin typeface="Calibri"/>
                <a:ea typeface="Calibri"/>
                <a:cs typeface="Calibri"/>
                <a:sym typeface="Calibri"/>
              </a:rPr>
              <a:t>S </a:t>
            </a:r>
            <a:r>
              <a:rPr lang="en-US" sz="2500">
                <a:latin typeface="Calibri"/>
                <a:ea typeface="Calibri"/>
                <a:cs typeface="Calibri"/>
                <a:sym typeface="Calibri"/>
              </a:rPr>
              <a:t>(start at </a:t>
            </a:r>
            <a:r>
              <a:rPr lang="en-US" sz="2500">
                <a:solidFill>
                  <a:srgbClr val="BD00B0"/>
                </a:solidFill>
                <a:latin typeface="Calibri"/>
                <a:ea typeface="Calibri"/>
                <a:cs typeface="Calibri"/>
                <a:sym typeface="Calibri"/>
              </a:rPr>
              <a:t>s</a:t>
            </a:r>
            <a:r>
              <a:rPr baseline="-25000" lang="en-US" sz="2500">
                <a:solidFill>
                  <a:srgbClr val="BD00B0"/>
                </a:solidFill>
                <a:latin typeface="Calibri"/>
                <a:ea typeface="Calibri"/>
                <a:cs typeface="Calibri"/>
                <a:sym typeface="Calibri"/>
              </a:rPr>
              <a:t>0</a:t>
            </a:r>
            <a:r>
              <a:rPr lang="en-US" sz="2500">
                <a:latin typeface="Calibri"/>
                <a:ea typeface="Calibri"/>
                <a:cs typeface="Calibri"/>
                <a:sym typeface="Calibri"/>
              </a:rPr>
              <a:t>)</a:t>
            </a:r>
            <a:endParaRPr sz="2500">
              <a:latin typeface="Calibri"/>
              <a:ea typeface="Calibri"/>
              <a:cs typeface="Calibri"/>
              <a:sym typeface="Calibri"/>
            </a:endParaRPr>
          </a:p>
          <a:p>
            <a:pPr indent="-291465" lvl="1" marL="792480" rtl="0" algn="l">
              <a:lnSpc>
                <a:spcPct val="100000"/>
              </a:lnSpc>
              <a:spcBef>
                <a:spcPts val="1050"/>
              </a:spcBef>
              <a:spcAft>
                <a:spcPts val="0"/>
              </a:spcAft>
              <a:buSzPts val="2500"/>
              <a:buFont typeface="Trebuchet MS"/>
              <a:buChar char="▪"/>
            </a:pPr>
            <a:r>
              <a:rPr lang="en-US" sz="2500">
                <a:latin typeface="Calibri"/>
                <a:ea typeface="Calibri"/>
                <a:cs typeface="Calibri"/>
                <a:sym typeface="Calibri"/>
              </a:rPr>
              <a:t>Players: </a:t>
            </a:r>
            <a:r>
              <a:rPr lang="en-US" sz="2500">
                <a:solidFill>
                  <a:srgbClr val="BD00B0"/>
                </a:solidFill>
                <a:latin typeface="Calibri"/>
                <a:ea typeface="Calibri"/>
                <a:cs typeface="Calibri"/>
                <a:sym typeface="Calibri"/>
              </a:rPr>
              <a:t>P={1…N} </a:t>
            </a:r>
            <a:r>
              <a:rPr lang="en-US" sz="2500">
                <a:latin typeface="Calibri"/>
                <a:ea typeface="Calibri"/>
                <a:cs typeface="Calibri"/>
                <a:sym typeface="Calibri"/>
              </a:rPr>
              <a:t>(usually take turns)</a:t>
            </a:r>
            <a:endParaRPr sz="2500">
              <a:latin typeface="Calibri"/>
              <a:ea typeface="Calibri"/>
              <a:cs typeface="Calibri"/>
              <a:sym typeface="Calibri"/>
            </a:endParaRPr>
          </a:p>
          <a:p>
            <a:pPr indent="-291465" lvl="1" marL="792480" rtl="0" algn="l">
              <a:lnSpc>
                <a:spcPct val="100000"/>
              </a:lnSpc>
              <a:spcBef>
                <a:spcPts val="595"/>
              </a:spcBef>
              <a:spcAft>
                <a:spcPts val="0"/>
              </a:spcAft>
              <a:buSzPts val="2500"/>
              <a:buFont typeface="Trebuchet MS"/>
              <a:buChar char="▪"/>
            </a:pPr>
            <a:r>
              <a:rPr lang="en-US" sz="2500">
                <a:latin typeface="Calibri"/>
                <a:ea typeface="Calibri"/>
                <a:cs typeface="Calibri"/>
                <a:sym typeface="Calibri"/>
              </a:rPr>
              <a:t>Actions: </a:t>
            </a:r>
            <a:r>
              <a:rPr lang="en-US" sz="2500">
                <a:solidFill>
                  <a:srgbClr val="BD00B0"/>
                </a:solidFill>
                <a:latin typeface="Calibri"/>
                <a:ea typeface="Calibri"/>
                <a:cs typeface="Calibri"/>
                <a:sym typeface="Calibri"/>
              </a:rPr>
              <a:t>A </a:t>
            </a:r>
            <a:r>
              <a:rPr lang="en-US" sz="2500">
                <a:latin typeface="Calibri"/>
                <a:ea typeface="Calibri"/>
                <a:cs typeface="Calibri"/>
                <a:sym typeface="Calibri"/>
              </a:rPr>
              <a:t>(may depend on player/state)</a:t>
            </a:r>
            <a:endParaRPr sz="2500">
              <a:latin typeface="Calibri"/>
              <a:ea typeface="Calibri"/>
              <a:cs typeface="Calibri"/>
              <a:sym typeface="Calibri"/>
            </a:endParaRPr>
          </a:p>
          <a:p>
            <a:pPr indent="-291465" lvl="1" marL="792480" rtl="0" algn="l">
              <a:lnSpc>
                <a:spcPct val="100000"/>
              </a:lnSpc>
              <a:spcBef>
                <a:spcPts val="600"/>
              </a:spcBef>
              <a:spcAft>
                <a:spcPts val="0"/>
              </a:spcAft>
              <a:buSzPts val="2500"/>
              <a:buFont typeface="Trebuchet MS"/>
              <a:buChar char="▪"/>
            </a:pPr>
            <a:r>
              <a:rPr lang="en-US" sz="2500">
                <a:latin typeface="Calibri"/>
                <a:ea typeface="Calibri"/>
                <a:cs typeface="Calibri"/>
                <a:sym typeface="Calibri"/>
              </a:rPr>
              <a:t>Transition function: </a:t>
            </a:r>
            <a:r>
              <a:rPr lang="en-US" sz="2500">
                <a:solidFill>
                  <a:srgbClr val="BD00B0"/>
                </a:solidFill>
                <a:latin typeface="Calibri"/>
                <a:ea typeface="Calibri"/>
                <a:cs typeface="Calibri"/>
                <a:sym typeface="Calibri"/>
              </a:rPr>
              <a:t>S x A → S</a:t>
            </a:r>
            <a:endParaRPr sz="2500">
              <a:latin typeface="Calibri"/>
              <a:ea typeface="Calibri"/>
              <a:cs typeface="Calibri"/>
              <a:sym typeface="Calibri"/>
            </a:endParaRPr>
          </a:p>
          <a:p>
            <a:pPr indent="-291465" lvl="1" marL="792480" rtl="0" algn="l">
              <a:lnSpc>
                <a:spcPct val="100000"/>
              </a:lnSpc>
              <a:spcBef>
                <a:spcPts val="595"/>
              </a:spcBef>
              <a:spcAft>
                <a:spcPts val="0"/>
              </a:spcAft>
              <a:buSzPts val="2500"/>
              <a:buFont typeface="Trebuchet MS"/>
              <a:buChar char="▪"/>
            </a:pPr>
            <a:r>
              <a:rPr lang="en-US" sz="2500">
                <a:latin typeface="Calibri"/>
                <a:ea typeface="Calibri"/>
                <a:cs typeface="Calibri"/>
                <a:sym typeface="Calibri"/>
              </a:rPr>
              <a:t>Terminal test: </a:t>
            </a:r>
            <a:r>
              <a:rPr lang="en-US" sz="2500">
                <a:solidFill>
                  <a:srgbClr val="BD00B0"/>
                </a:solidFill>
                <a:latin typeface="Calibri"/>
                <a:ea typeface="Calibri"/>
                <a:cs typeface="Calibri"/>
                <a:sym typeface="Calibri"/>
              </a:rPr>
              <a:t>S → {true, false}</a:t>
            </a:r>
            <a:endParaRPr sz="2500">
              <a:latin typeface="Calibri"/>
              <a:ea typeface="Calibri"/>
              <a:cs typeface="Calibri"/>
              <a:sym typeface="Calibri"/>
            </a:endParaRPr>
          </a:p>
          <a:p>
            <a:pPr indent="-291465" lvl="1" marL="792480" rtl="0" algn="l">
              <a:lnSpc>
                <a:spcPct val="100000"/>
              </a:lnSpc>
              <a:spcBef>
                <a:spcPts val="595"/>
              </a:spcBef>
              <a:spcAft>
                <a:spcPts val="0"/>
              </a:spcAft>
              <a:buSzPts val="2500"/>
              <a:buFont typeface="Trebuchet MS"/>
              <a:buChar char="▪"/>
            </a:pPr>
            <a:r>
              <a:rPr lang="en-US" sz="2500">
                <a:latin typeface="Calibri"/>
                <a:ea typeface="Calibri"/>
                <a:cs typeface="Calibri"/>
                <a:sym typeface="Calibri"/>
              </a:rPr>
              <a:t>Terminal utilities: </a:t>
            </a:r>
            <a:r>
              <a:rPr lang="en-US" sz="2500">
                <a:solidFill>
                  <a:srgbClr val="BD00B0"/>
                </a:solidFill>
                <a:latin typeface="Calibri"/>
                <a:ea typeface="Calibri"/>
                <a:cs typeface="Calibri"/>
                <a:sym typeface="Calibri"/>
              </a:rPr>
              <a:t>S x P → R</a:t>
            </a:r>
            <a:endParaRPr sz="2500">
              <a:latin typeface="Calibri"/>
              <a:ea typeface="Calibri"/>
              <a:cs typeface="Calibri"/>
              <a:sym typeface="Calibri"/>
            </a:endParaRPr>
          </a:p>
          <a:p>
            <a:pPr indent="0" lvl="1" marL="0" rtl="0" algn="l">
              <a:lnSpc>
                <a:spcPct val="100000"/>
              </a:lnSpc>
              <a:spcBef>
                <a:spcPts val="745"/>
              </a:spcBef>
              <a:spcAft>
                <a:spcPts val="0"/>
              </a:spcAft>
              <a:buSzPts val="2400"/>
              <a:buFont typeface="Trebuchet MS"/>
              <a:buNone/>
            </a:pPr>
            <a:r>
              <a:t/>
            </a:r>
            <a:endParaRPr sz="2500">
              <a:latin typeface="Calibri"/>
              <a:ea typeface="Calibri"/>
              <a:cs typeface="Calibri"/>
              <a:sym typeface="Calibri"/>
            </a:endParaRPr>
          </a:p>
          <a:p>
            <a:pPr indent="-348615" lvl="0" marL="393065" rtl="0" algn="l">
              <a:lnSpc>
                <a:spcPct val="100000"/>
              </a:lnSpc>
              <a:spcBef>
                <a:spcPts val="0"/>
              </a:spcBef>
              <a:spcAft>
                <a:spcPts val="0"/>
              </a:spcAft>
              <a:buClr>
                <a:srgbClr val="333399"/>
              </a:buClr>
              <a:buSzPts val="2900"/>
              <a:buFont typeface="Trebuchet MS"/>
              <a:buChar char="▪"/>
            </a:pPr>
            <a:r>
              <a:rPr lang="en-US" sz="2900">
                <a:solidFill>
                  <a:srgbClr val="333399"/>
                </a:solidFill>
                <a:latin typeface="Calibri"/>
                <a:ea typeface="Calibri"/>
                <a:cs typeface="Calibri"/>
                <a:sym typeface="Calibri"/>
              </a:rPr>
              <a:t>Solution for a player is a </a:t>
            </a:r>
            <a:r>
              <a:rPr lang="en-US" sz="2900" u="sng">
                <a:solidFill>
                  <a:srgbClr val="333399"/>
                </a:solidFill>
                <a:latin typeface="Calibri"/>
                <a:ea typeface="Calibri"/>
                <a:cs typeface="Calibri"/>
                <a:sym typeface="Calibri"/>
              </a:rPr>
              <a:t>policy</a:t>
            </a:r>
            <a:r>
              <a:rPr lang="en-US" sz="2900">
                <a:solidFill>
                  <a:srgbClr val="333399"/>
                </a:solidFill>
                <a:latin typeface="Calibri"/>
                <a:ea typeface="Calibri"/>
                <a:cs typeface="Calibri"/>
                <a:sym typeface="Calibri"/>
              </a:rPr>
              <a:t>: </a:t>
            </a:r>
            <a:r>
              <a:rPr lang="en-US" sz="2900">
                <a:solidFill>
                  <a:srgbClr val="BD00B0"/>
                </a:solidFill>
                <a:latin typeface="Calibri"/>
                <a:ea typeface="Calibri"/>
                <a:cs typeface="Calibri"/>
                <a:sym typeface="Calibri"/>
              </a:rPr>
              <a:t>S → A</a:t>
            </a:r>
            <a:endParaRPr sz="29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5"/>
          <p:cNvSpPr txBox="1"/>
          <p:nvPr>
            <p:ph type="title"/>
          </p:nvPr>
        </p:nvSpPr>
        <p:spPr>
          <a:xfrm>
            <a:off x="478250" y="270400"/>
            <a:ext cx="10515600" cy="11688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75B5"/>
              </a:buClr>
              <a:buSzPct val="100000"/>
              <a:buFont typeface="Calibri"/>
              <a:buNone/>
            </a:pPr>
            <a:r>
              <a:rPr b="1" lang="en-US">
                <a:solidFill>
                  <a:srgbClr val="2E75B5"/>
                </a:solidFill>
                <a:latin typeface="Calibri"/>
                <a:ea typeface="Calibri"/>
                <a:cs typeface="Calibri"/>
                <a:sym typeface="Calibri"/>
              </a:rPr>
              <a:t>Zero-Sum Game</a:t>
            </a:r>
            <a:br>
              <a:rPr b="1" lang="en-US">
                <a:solidFill>
                  <a:srgbClr val="2E75B5"/>
                </a:solidFill>
                <a:latin typeface="Calibri"/>
                <a:ea typeface="Calibri"/>
                <a:cs typeface="Calibri"/>
                <a:sym typeface="Calibri"/>
              </a:rPr>
            </a:br>
            <a:endParaRPr b="1">
              <a:solidFill>
                <a:srgbClr val="2E75B5"/>
              </a:solidFill>
              <a:latin typeface="Calibri"/>
              <a:ea typeface="Calibri"/>
              <a:cs typeface="Calibri"/>
              <a:sym typeface="Calibri"/>
            </a:endParaRPr>
          </a:p>
        </p:txBody>
      </p:sp>
      <p:sp>
        <p:nvSpPr>
          <p:cNvPr id="152" name="Google Shape;152;p5"/>
          <p:cNvSpPr txBox="1"/>
          <p:nvPr>
            <p:ph idx="1" type="body"/>
          </p:nvPr>
        </p:nvSpPr>
        <p:spPr>
          <a:xfrm>
            <a:off x="279900" y="1240775"/>
            <a:ext cx="11295000" cy="5265300"/>
          </a:xfrm>
          <a:prstGeom prst="rect">
            <a:avLst/>
          </a:prstGeom>
          <a:noFill/>
          <a:ln>
            <a:noFill/>
          </a:ln>
        </p:spPr>
        <p:txBody>
          <a:bodyPr anchorCtr="0" anchor="t" bIns="45700" lIns="91425" spcFirstLastPara="1" rIns="91425" wrap="square" tIns="45700">
            <a:normAutofit lnSpcReduction="20000"/>
          </a:bodyPr>
          <a:lstStyle/>
          <a:p>
            <a:pPr indent="-228600" lvl="0" marL="228600" rtl="0" algn="just">
              <a:lnSpc>
                <a:spcPct val="90000"/>
              </a:lnSpc>
              <a:spcBef>
                <a:spcPts val="0"/>
              </a:spcBef>
              <a:spcAft>
                <a:spcPts val="0"/>
              </a:spcAft>
              <a:buClr>
                <a:schemeClr val="dk1"/>
              </a:buClr>
              <a:buSzPts val="3000"/>
              <a:buChar char="•"/>
            </a:pPr>
            <a:r>
              <a:rPr lang="en-US" sz="3000"/>
              <a:t>Zero-sum games are adversarial search which involves pure competition.</a:t>
            </a:r>
            <a:endParaRPr sz="3000"/>
          </a:p>
          <a:p>
            <a:pPr indent="0" lvl="0" marL="457200" rtl="0" algn="just">
              <a:lnSpc>
                <a:spcPct val="90000"/>
              </a:lnSpc>
              <a:spcBef>
                <a:spcPts val="0"/>
              </a:spcBef>
              <a:spcAft>
                <a:spcPts val="0"/>
              </a:spcAft>
              <a:buNone/>
            </a:pPr>
            <a:r>
              <a:t/>
            </a:r>
            <a:endParaRPr sz="3000"/>
          </a:p>
          <a:p>
            <a:pPr indent="-228600" lvl="0" marL="228600" rtl="0" algn="just">
              <a:lnSpc>
                <a:spcPct val="90000"/>
              </a:lnSpc>
              <a:spcBef>
                <a:spcPts val="1000"/>
              </a:spcBef>
              <a:spcAft>
                <a:spcPts val="0"/>
              </a:spcAft>
              <a:buClr>
                <a:schemeClr val="dk1"/>
              </a:buClr>
              <a:buSzPts val="3000"/>
              <a:buChar char="•"/>
            </a:pPr>
            <a:r>
              <a:rPr lang="en-US" sz="3000"/>
              <a:t>In Zero-sum game each agent's gain or loss of utility is exactly balanced by the losses or gains of utility of another agent.</a:t>
            </a:r>
            <a:endParaRPr sz="3000"/>
          </a:p>
          <a:p>
            <a:pPr indent="0" lvl="0" marL="457200" rtl="0" algn="just">
              <a:lnSpc>
                <a:spcPct val="90000"/>
              </a:lnSpc>
              <a:spcBef>
                <a:spcPts val="1000"/>
              </a:spcBef>
              <a:spcAft>
                <a:spcPts val="0"/>
              </a:spcAft>
              <a:buNone/>
            </a:pPr>
            <a:r>
              <a:t/>
            </a:r>
            <a:endParaRPr sz="3000"/>
          </a:p>
          <a:p>
            <a:pPr indent="-228600" lvl="0" marL="228600" rtl="0" algn="just">
              <a:lnSpc>
                <a:spcPct val="90000"/>
              </a:lnSpc>
              <a:spcBef>
                <a:spcPts val="1000"/>
              </a:spcBef>
              <a:spcAft>
                <a:spcPts val="0"/>
              </a:spcAft>
              <a:buClr>
                <a:schemeClr val="dk1"/>
              </a:buClr>
              <a:buSzPts val="3000"/>
              <a:buChar char="•"/>
            </a:pPr>
            <a:r>
              <a:rPr lang="en-US" sz="3000"/>
              <a:t>One player of the game try to maximize one single value, while other player tries to minimize it.</a:t>
            </a:r>
            <a:endParaRPr sz="3000"/>
          </a:p>
          <a:p>
            <a:pPr indent="0" lvl="0" marL="0" rtl="0" algn="just">
              <a:lnSpc>
                <a:spcPct val="90000"/>
              </a:lnSpc>
              <a:spcBef>
                <a:spcPts val="1000"/>
              </a:spcBef>
              <a:spcAft>
                <a:spcPts val="0"/>
              </a:spcAft>
              <a:buClr>
                <a:schemeClr val="dk1"/>
              </a:buClr>
              <a:buSzPts val="3000"/>
              <a:buNone/>
            </a:pPr>
            <a:r>
              <a:t/>
            </a:r>
            <a:endParaRPr sz="3000"/>
          </a:p>
          <a:p>
            <a:pPr indent="0" lvl="0" marL="0" rtl="0" algn="just">
              <a:lnSpc>
                <a:spcPct val="90000"/>
              </a:lnSpc>
              <a:spcBef>
                <a:spcPts val="1000"/>
              </a:spcBef>
              <a:spcAft>
                <a:spcPts val="0"/>
              </a:spcAft>
              <a:buClr>
                <a:srgbClr val="2E75B5"/>
              </a:buClr>
              <a:buSzPts val="4000"/>
              <a:buNone/>
            </a:pPr>
            <a:r>
              <a:rPr b="1" lang="en-US" sz="3000">
                <a:solidFill>
                  <a:srgbClr val="2E75B5"/>
                </a:solidFill>
              </a:rPr>
              <a:t> General games</a:t>
            </a:r>
            <a:endParaRPr sz="3000"/>
          </a:p>
          <a:p>
            <a:pPr indent="-215900" lvl="0" marL="228600" rtl="0" algn="just">
              <a:lnSpc>
                <a:spcPct val="90000"/>
              </a:lnSpc>
              <a:spcBef>
                <a:spcPts val="1000"/>
              </a:spcBef>
              <a:spcAft>
                <a:spcPts val="0"/>
              </a:spcAft>
              <a:buClr>
                <a:schemeClr val="dk1"/>
              </a:buClr>
              <a:buSzPts val="3000"/>
              <a:buChar char="•"/>
            </a:pPr>
            <a:r>
              <a:rPr lang="en-US" sz="3000"/>
              <a:t>Agents have independent utilities</a:t>
            </a:r>
            <a:endParaRPr sz="3000"/>
          </a:p>
          <a:p>
            <a:pPr indent="-215900" lvl="0" marL="228600" rtl="0" algn="just">
              <a:lnSpc>
                <a:spcPct val="90000"/>
              </a:lnSpc>
              <a:spcBef>
                <a:spcPts val="1000"/>
              </a:spcBef>
              <a:spcAft>
                <a:spcPts val="0"/>
              </a:spcAft>
              <a:buClr>
                <a:schemeClr val="dk1"/>
              </a:buClr>
              <a:buSzPts val="3000"/>
              <a:buChar char="•"/>
            </a:pPr>
            <a:r>
              <a:rPr lang="en-US" sz="3000"/>
              <a:t>Co-operative, compete or indifference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g33ae57c79ea_0_115"/>
          <p:cNvPicPr preferRelativeResize="0"/>
          <p:nvPr/>
        </p:nvPicPr>
        <p:blipFill rotWithShape="1">
          <a:blip r:embed="rId3">
            <a:alphaModFix/>
          </a:blip>
          <a:srcRect b="0" l="0" r="0" t="0"/>
          <a:stretch/>
        </p:blipFill>
        <p:spPr>
          <a:xfrm>
            <a:off x="5521690" y="1201745"/>
            <a:ext cx="6451384" cy="2571086"/>
          </a:xfrm>
          <a:prstGeom prst="rect">
            <a:avLst/>
          </a:prstGeom>
          <a:noFill/>
          <a:ln>
            <a:noFill/>
          </a:ln>
        </p:spPr>
      </p:pic>
      <p:grpSp>
        <p:nvGrpSpPr>
          <p:cNvPr id="158" name="Google Shape;158;g33ae57c79ea_0_115"/>
          <p:cNvGrpSpPr/>
          <p:nvPr/>
        </p:nvGrpSpPr>
        <p:grpSpPr>
          <a:xfrm>
            <a:off x="1060337" y="1206448"/>
            <a:ext cx="3511160" cy="2484446"/>
            <a:chOff x="1055708" y="1549163"/>
            <a:chExt cx="3482603" cy="2265383"/>
          </a:xfrm>
        </p:grpSpPr>
        <p:pic>
          <p:nvPicPr>
            <p:cNvPr id="159" name="Google Shape;159;g33ae57c79ea_0_115"/>
            <p:cNvPicPr preferRelativeResize="0"/>
            <p:nvPr/>
          </p:nvPicPr>
          <p:blipFill rotWithShape="1">
            <a:blip r:embed="rId4">
              <a:alphaModFix/>
            </a:blip>
            <a:srcRect b="0" l="0" r="0" t="0"/>
            <a:stretch/>
          </p:blipFill>
          <p:spPr>
            <a:xfrm>
              <a:off x="1055708" y="1549163"/>
              <a:ext cx="3482603" cy="2265383"/>
            </a:xfrm>
            <a:prstGeom prst="rect">
              <a:avLst/>
            </a:prstGeom>
            <a:noFill/>
            <a:ln>
              <a:noFill/>
            </a:ln>
          </p:spPr>
        </p:pic>
        <p:pic>
          <p:nvPicPr>
            <p:cNvPr id="160" name="Google Shape;160;g33ae57c79ea_0_115"/>
            <p:cNvPicPr preferRelativeResize="0"/>
            <p:nvPr/>
          </p:nvPicPr>
          <p:blipFill rotWithShape="1">
            <a:blip r:embed="rId5">
              <a:alphaModFix/>
            </a:blip>
            <a:srcRect b="0" l="-51640" r="51640" t="0"/>
            <a:stretch/>
          </p:blipFill>
          <p:spPr>
            <a:xfrm>
              <a:off x="1721138" y="3390900"/>
              <a:ext cx="146366" cy="163770"/>
            </a:xfrm>
            <a:prstGeom prst="rect">
              <a:avLst/>
            </a:prstGeom>
            <a:noFill/>
            <a:ln>
              <a:noFill/>
            </a:ln>
          </p:spPr>
        </p:pic>
        <p:pic>
          <p:nvPicPr>
            <p:cNvPr id="161" name="Google Shape;161;g33ae57c79ea_0_115"/>
            <p:cNvPicPr preferRelativeResize="0"/>
            <p:nvPr/>
          </p:nvPicPr>
          <p:blipFill rotWithShape="1">
            <a:blip r:embed="rId6">
              <a:alphaModFix/>
            </a:blip>
            <a:srcRect b="0" l="0" r="0" t="0"/>
            <a:stretch/>
          </p:blipFill>
          <p:spPr>
            <a:xfrm>
              <a:off x="3383687" y="3193681"/>
              <a:ext cx="151765" cy="156437"/>
            </a:xfrm>
            <a:prstGeom prst="rect">
              <a:avLst/>
            </a:prstGeom>
            <a:noFill/>
            <a:ln>
              <a:noFill/>
            </a:ln>
          </p:spPr>
        </p:pic>
      </p:grpSp>
      <p:sp>
        <p:nvSpPr>
          <p:cNvPr id="162" name="Google Shape;162;g33ae57c79ea_0_115"/>
          <p:cNvSpPr txBox="1"/>
          <p:nvPr>
            <p:ph type="title"/>
          </p:nvPr>
        </p:nvSpPr>
        <p:spPr>
          <a:xfrm>
            <a:off x="841073" y="365125"/>
            <a:ext cx="10602300" cy="690000"/>
          </a:xfrm>
          <a:prstGeom prst="rect">
            <a:avLst/>
          </a:prstGeom>
          <a:noFill/>
          <a:ln>
            <a:noFill/>
          </a:ln>
        </p:spPr>
        <p:txBody>
          <a:bodyPr anchorCtr="0" anchor="t" bIns="0" lIns="0" spcFirstLastPara="1" rIns="0" wrap="square" tIns="12700">
            <a:spAutoFit/>
          </a:bodyPr>
          <a:lstStyle/>
          <a:p>
            <a:pPr indent="0" lvl="0" marL="3870325" rtl="0" algn="l">
              <a:lnSpc>
                <a:spcPct val="100000"/>
              </a:lnSpc>
              <a:spcBef>
                <a:spcPts val="0"/>
              </a:spcBef>
              <a:spcAft>
                <a:spcPts val="0"/>
              </a:spcAft>
              <a:buNone/>
            </a:pPr>
            <a:r>
              <a:rPr lang="en-US"/>
              <a:t>Zero-Sum Games</a:t>
            </a:r>
            <a:endParaRPr/>
          </a:p>
        </p:txBody>
      </p:sp>
      <p:sp>
        <p:nvSpPr>
          <p:cNvPr id="163" name="Google Shape;163;g33ae57c79ea_0_115"/>
          <p:cNvSpPr txBox="1"/>
          <p:nvPr/>
        </p:nvSpPr>
        <p:spPr>
          <a:xfrm>
            <a:off x="766799" y="4074500"/>
            <a:ext cx="3175200" cy="46170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2900">
                <a:solidFill>
                  <a:srgbClr val="333399"/>
                </a:solidFill>
                <a:latin typeface="Calibri"/>
                <a:ea typeface="Calibri"/>
                <a:cs typeface="Calibri"/>
                <a:sym typeface="Calibri"/>
              </a:rPr>
              <a:t>Zero-Sum Games</a:t>
            </a:r>
            <a:endParaRPr sz="2900">
              <a:latin typeface="Calibri"/>
              <a:ea typeface="Calibri"/>
              <a:cs typeface="Calibri"/>
              <a:sym typeface="Calibri"/>
            </a:endParaRPr>
          </a:p>
        </p:txBody>
      </p:sp>
      <p:sp>
        <p:nvSpPr>
          <p:cNvPr id="164" name="Google Shape;164;g33ae57c79ea_0_115"/>
          <p:cNvSpPr txBox="1"/>
          <p:nvPr/>
        </p:nvSpPr>
        <p:spPr>
          <a:xfrm>
            <a:off x="951166" y="4960257"/>
            <a:ext cx="129600" cy="624000"/>
          </a:xfrm>
          <a:prstGeom prst="rect">
            <a:avLst/>
          </a:prstGeom>
          <a:noFill/>
          <a:ln>
            <a:noFill/>
          </a:ln>
        </p:spPr>
        <p:txBody>
          <a:bodyPr anchorCtr="0" anchor="t" bIns="0" lIns="0" spcFirstLastPara="1" rIns="0" wrap="square" tIns="71750">
            <a:spAutoFit/>
          </a:bodyPr>
          <a:lstStyle/>
          <a:p>
            <a:pPr indent="0" lvl="0" marL="12700" rtl="0" algn="l">
              <a:lnSpc>
                <a:spcPct val="100000"/>
              </a:lnSpc>
              <a:spcBef>
                <a:spcPts val="0"/>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a:p>
            <a:pPr indent="0" lvl="0" marL="12700" rtl="0" algn="l">
              <a:lnSpc>
                <a:spcPct val="100000"/>
              </a:lnSpc>
              <a:spcBef>
                <a:spcPts val="459"/>
              </a:spcBef>
              <a:spcAft>
                <a:spcPts val="0"/>
              </a:spcAft>
              <a:buNone/>
            </a:pPr>
            <a:r>
              <a:rPr lang="en-US" sz="1600">
                <a:latin typeface="Trebuchet MS"/>
                <a:ea typeface="Trebuchet MS"/>
                <a:cs typeface="Trebuchet MS"/>
                <a:sym typeface="Trebuchet MS"/>
              </a:rPr>
              <a:t>▪</a:t>
            </a:r>
            <a:endParaRPr sz="1600">
              <a:latin typeface="Trebuchet MS"/>
              <a:ea typeface="Trebuchet MS"/>
              <a:cs typeface="Trebuchet MS"/>
              <a:sym typeface="Trebuchet MS"/>
            </a:endParaRPr>
          </a:p>
        </p:txBody>
      </p:sp>
      <p:sp>
        <p:nvSpPr>
          <p:cNvPr id="165" name="Google Shape;165;g33ae57c79ea_0_115"/>
          <p:cNvSpPr txBox="1"/>
          <p:nvPr/>
        </p:nvSpPr>
        <p:spPr>
          <a:xfrm>
            <a:off x="473625" y="4644950"/>
            <a:ext cx="5034600" cy="1361700"/>
          </a:xfrm>
          <a:prstGeom prst="rect">
            <a:avLst/>
          </a:prstGeom>
          <a:noFill/>
          <a:ln>
            <a:noFill/>
          </a:ln>
        </p:spPr>
        <p:txBody>
          <a:bodyPr anchorCtr="0" anchor="t" bIns="0" lIns="0" spcFirstLastPara="1" rIns="0" wrap="square" tIns="12700">
            <a:spAutoFit/>
          </a:bodyPr>
          <a:lstStyle/>
          <a:p>
            <a:pPr indent="0" lvl="0" marL="38100" marR="30480" rtl="0" algn="l">
              <a:lnSpc>
                <a:spcPct val="124200"/>
              </a:lnSpc>
              <a:spcBef>
                <a:spcPts val="0"/>
              </a:spcBef>
              <a:spcAft>
                <a:spcPts val="0"/>
              </a:spcAft>
              <a:buNone/>
            </a:pPr>
            <a:r>
              <a:rPr lang="en-US" sz="2500">
                <a:latin typeface="Calibri"/>
                <a:ea typeface="Calibri"/>
                <a:cs typeface="Calibri"/>
                <a:sym typeface="Calibri"/>
              </a:rPr>
              <a:t>Agents have </a:t>
            </a:r>
            <a:r>
              <a:rPr b="1" i="1" lang="en-US" sz="2500">
                <a:solidFill>
                  <a:srgbClr val="0000FF"/>
                </a:solidFill>
                <a:latin typeface="Calibri"/>
                <a:ea typeface="Calibri"/>
                <a:cs typeface="Calibri"/>
                <a:sym typeface="Calibri"/>
              </a:rPr>
              <a:t>opposite </a:t>
            </a:r>
            <a:r>
              <a:rPr lang="en-US" sz="2500">
                <a:latin typeface="Calibri"/>
                <a:ea typeface="Calibri"/>
                <a:cs typeface="Calibri"/>
                <a:sym typeface="Calibri"/>
              </a:rPr>
              <a:t>utilities (values on outcomes) Pure competition:</a:t>
            </a:r>
            <a:endParaRPr sz="2500">
              <a:latin typeface="Calibri"/>
              <a:ea typeface="Calibri"/>
              <a:cs typeface="Calibri"/>
              <a:sym typeface="Calibri"/>
            </a:endParaRPr>
          </a:p>
          <a:p>
            <a:pPr indent="-238759" lvl="0" marL="447675" rtl="0" algn="l">
              <a:lnSpc>
                <a:spcPct val="100000"/>
              </a:lnSpc>
              <a:spcBef>
                <a:spcPts val="484"/>
              </a:spcBef>
              <a:spcAft>
                <a:spcPts val="0"/>
              </a:spcAft>
              <a:buClr>
                <a:srgbClr val="333399"/>
              </a:buClr>
              <a:buSzPts val="2150"/>
              <a:buFont typeface="Trebuchet MS"/>
              <a:buChar char="▪"/>
            </a:pPr>
            <a:r>
              <a:rPr lang="en-US" sz="2150">
                <a:latin typeface="Calibri"/>
                <a:ea typeface="Calibri"/>
                <a:cs typeface="Calibri"/>
                <a:sym typeface="Calibri"/>
              </a:rPr>
              <a:t>One </a:t>
            </a:r>
            <a:r>
              <a:rPr b="1" i="1" lang="en-US" sz="2150">
                <a:solidFill>
                  <a:srgbClr val="0000FF"/>
                </a:solidFill>
                <a:latin typeface="Calibri"/>
                <a:ea typeface="Calibri"/>
                <a:cs typeface="Calibri"/>
                <a:sym typeface="Calibri"/>
              </a:rPr>
              <a:t>maximizes</a:t>
            </a:r>
            <a:r>
              <a:rPr lang="en-US" sz="2150">
                <a:latin typeface="Calibri"/>
                <a:ea typeface="Calibri"/>
                <a:cs typeface="Calibri"/>
                <a:sym typeface="Calibri"/>
              </a:rPr>
              <a:t>, the other </a:t>
            </a:r>
            <a:r>
              <a:rPr b="1" i="1" lang="en-US" sz="2150">
                <a:solidFill>
                  <a:srgbClr val="FF0000"/>
                </a:solidFill>
                <a:latin typeface="Calibri"/>
                <a:ea typeface="Calibri"/>
                <a:cs typeface="Calibri"/>
                <a:sym typeface="Calibri"/>
              </a:rPr>
              <a:t>minimizes</a:t>
            </a:r>
            <a:endParaRPr sz="2150">
              <a:latin typeface="Calibri"/>
              <a:ea typeface="Calibri"/>
              <a:cs typeface="Calibri"/>
              <a:sym typeface="Calibri"/>
            </a:endParaRPr>
          </a:p>
        </p:txBody>
      </p:sp>
      <p:sp>
        <p:nvSpPr>
          <p:cNvPr id="166" name="Google Shape;166;g33ae57c79ea_0_115"/>
          <p:cNvSpPr txBox="1"/>
          <p:nvPr/>
        </p:nvSpPr>
        <p:spPr>
          <a:xfrm>
            <a:off x="5615049" y="3995850"/>
            <a:ext cx="3175200" cy="3816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400">
                <a:solidFill>
                  <a:srgbClr val="333399"/>
                </a:solidFill>
                <a:latin typeface="Calibri"/>
                <a:ea typeface="Calibri"/>
                <a:cs typeface="Calibri"/>
                <a:sym typeface="Calibri"/>
              </a:rPr>
              <a:t>General-Sum Games</a:t>
            </a:r>
            <a:endParaRPr sz="2400">
              <a:latin typeface="Calibri"/>
              <a:ea typeface="Calibri"/>
              <a:cs typeface="Calibri"/>
              <a:sym typeface="Calibri"/>
            </a:endParaRPr>
          </a:p>
        </p:txBody>
      </p:sp>
      <p:sp>
        <p:nvSpPr>
          <p:cNvPr id="167" name="Google Shape;167;g33ae57c79ea_0_115"/>
          <p:cNvSpPr txBox="1"/>
          <p:nvPr/>
        </p:nvSpPr>
        <p:spPr>
          <a:xfrm>
            <a:off x="6514461" y="4883989"/>
            <a:ext cx="127800" cy="596400"/>
          </a:xfrm>
          <a:prstGeom prst="rect">
            <a:avLst/>
          </a:prstGeom>
          <a:noFill/>
          <a:ln>
            <a:noFill/>
          </a:ln>
        </p:spPr>
        <p:txBody>
          <a:bodyPr anchorCtr="0" anchor="t" bIns="0" lIns="0" spcFirstLastPara="1" rIns="0" wrap="square" tIns="64750">
            <a:spAutoFit/>
          </a:bodyPr>
          <a:lstStyle/>
          <a:p>
            <a:pPr indent="0" lvl="0" marL="12700" rtl="0" algn="l">
              <a:lnSpc>
                <a:spcPct val="100000"/>
              </a:lnSpc>
              <a:spcBef>
                <a:spcPts val="0"/>
              </a:spcBef>
              <a:spcAft>
                <a:spcPts val="0"/>
              </a:spcAft>
              <a:buNone/>
            </a:pPr>
            <a:r>
              <a:rPr lang="en-US" sz="1550">
                <a:latin typeface="Trebuchet MS"/>
                <a:ea typeface="Trebuchet MS"/>
                <a:cs typeface="Trebuchet MS"/>
                <a:sym typeface="Trebuchet MS"/>
              </a:rPr>
              <a:t>▪</a:t>
            </a:r>
            <a:endParaRPr sz="1550">
              <a:latin typeface="Trebuchet MS"/>
              <a:ea typeface="Trebuchet MS"/>
              <a:cs typeface="Trebuchet MS"/>
              <a:sym typeface="Trebuchet MS"/>
            </a:endParaRPr>
          </a:p>
          <a:p>
            <a:pPr indent="0" lvl="0" marL="12700" rtl="0" algn="l">
              <a:lnSpc>
                <a:spcPct val="100000"/>
              </a:lnSpc>
              <a:spcBef>
                <a:spcPts val="420"/>
              </a:spcBef>
              <a:spcAft>
                <a:spcPts val="0"/>
              </a:spcAft>
              <a:buNone/>
            </a:pPr>
            <a:r>
              <a:rPr lang="en-US" sz="1550">
                <a:latin typeface="Trebuchet MS"/>
                <a:ea typeface="Trebuchet MS"/>
                <a:cs typeface="Trebuchet MS"/>
                <a:sym typeface="Trebuchet MS"/>
              </a:rPr>
              <a:t>▪</a:t>
            </a:r>
            <a:endParaRPr sz="1550">
              <a:latin typeface="Trebuchet MS"/>
              <a:ea typeface="Trebuchet MS"/>
              <a:cs typeface="Trebuchet MS"/>
              <a:sym typeface="Trebuchet MS"/>
            </a:endParaRPr>
          </a:p>
        </p:txBody>
      </p:sp>
      <p:sp>
        <p:nvSpPr>
          <p:cNvPr id="168" name="Google Shape;168;g33ae57c79ea_0_115"/>
          <p:cNvSpPr txBox="1"/>
          <p:nvPr/>
        </p:nvSpPr>
        <p:spPr>
          <a:xfrm>
            <a:off x="5767350" y="4419600"/>
            <a:ext cx="6130200" cy="1507200"/>
          </a:xfrm>
          <a:prstGeom prst="rect">
            <a:avLst/>
          </a:prstGeom>
          <a:noFill/>
          <a:ln>
            <a:noFill/>
          </a:ln>
        </p:spPr>
        <p:txBody>
          <a:bodyPr anchorCtr="0" anchor="t" bIns="0" lIns="0" spcFirstLastPara="1" rIns="0" wrap="square" tIns="64750">
            <a:spAutoFit/>
          </a:bodyPr>
          <a:lstStyle/>
          <a:p>
            <a:pPr indent="0" lvl="0" marL="12700" rtl="0" algn="l">
              <a:lnSpc>
                <a:spcPct val="100000"/>
              </a:lnSpc>
              <a:spcBef>
                <a:spcPts val="0"/>
              </a:spcBef>
              <a:spcAft>
                <a:spcPts val="0"/>
              </a:spcAft>
              <a:buNone/>
            </a:pPr>
            <a:r>
              <a:rPr lang="en-US" sz="2250">
                <a:latin typeface="Calibri"/>
                <a:ea typeface="Calibri"/>
                <a:cs typeface="Calibri"/>
                <a:sym typeface="Calibri"/>
              </a:rPr>
              <a:t>Agents have </a:t>
            </a:r>
            <a:r>
              <a:rPr b="1" i="1" lang="en-US" sz="2250">
                <a:solidFill>
                  <a:srgbClr val="0000FF"/>
                </a:solidFill>
                <a:latin typeface="Calibri"/>
                <a:ea typeface="Calibri"/>
                <a:cs typeface="Calibri"/>
                <a:sym typeface="Calibri"/>
              </a:rPr>
              <a:t>independent </a:t>
            </a:r>
            <a:r>
              <a:rPr lang="en-US" sz="2250">
                <a:latin typeface="Calibri"/>
                <a:ea typeface="Calibri"/>
                <a:cs typeface="Calibri"/>
                <a:sym typeface="Calibri"/>
              </a:rPr>
              <a:t>utilities (values on outcomes)</a:t>
            </a:r>
            <a:endParaRPr sz="2250">
              <a:latin typeface="Calibri"/>
              <a:ea typeface="Calibri"/>
              <a:cs typeface="Calibri"/>
              <a:sym typeface="Calibri"/>
            </a:endParaRPr>
          </a:p>
          <a:p>
            <a:pPr indent="0" lvl="0" marL="12700" marR="5080" rtl="0" algn="l">
              <a:lnSpc>
                <a:spcPct val="102200"/>
              </a:lnSpc>
              <a:spcBef>
                <a:spcPts val="380"/>
              </a:spcBef>
              <a:spcAft>
                <a:spcPts val="0"/>
              </a:spcAft>
              <a:buNone/>
            </a:pPr>
            <a:r>
              <a:rPr lang="en-US" sz="2250">
                <a:latin typeface="Calibri"/>
                <a:ea typeface="Calibri"/>
                <a:cs typeface="Calibri"/>
                <a:sym typeface="Calibri"/>
              </a:rPr>
              <a:t>Cooperation, indifference, competition, shifting alliances, and more are all possible</a:t>
            </a:r>
            <a:endParaRPr sz="2250">
              <a:latin typeface="Calibri"/>
              <a:ea typeface="Calibri"/>
              <a:cs typeface="Calibri"/>
              <a:sym typeface="Calibri"/>
            </a:endParaRPr>
          </a:p>
        </p:txBody>
      </p:sp>
      <p:sp>
        <p:nvSpPr>
          <p:cNvPr id="169" name="Google Shape;169;g33ae57c79ea_0_115"/>
          <p:cNvSpPr txBox="1"/>
          <p:nvPr/>
        </p:nvSpPr>
        <p:spPr>
          <a:xfrm>
            <a:off x="5767325" y="5894725"/>
            <a:ext cx="5960100" cy="833100"/>
          </a:xfrm>
          <a:prstGeom prst="rect">
            <a:avLst/>
          </a:prstGeom>
          <a:noFill/>
          <a:ln>
            <a:noFill/>
          </a:ln>
        </p:spPr>
        <p:txBody>
          <a:bodyPr anchorCtr="0" anchor="t" bIns="0" lIns="0" spcFirstLastPara="1" rIns="0" wrap="square" tIns="83175">
            <a:spAutoFit/>
          </a:bodyPr>
          <a:lstStyle/>
          <a:p>
            <a:pPr indent="0" lvl="0" marL="0" rtl="0" algn="l">
              <a:lnSpc>
                <a:spcPct val="100000"/>
              </a:lnSpc>
              <a:spcBef>
                <a:spcPts val="0"/>
              </a:spcBef>
              <a:spcAft>
                <a:spcPts val="0"/>
              </a:spcAft>
              <a:buNone/>
            </a:pPr>
            <a:r>
              <a:rPr lang="en-US" sz="2400">
                <a:solidFill>
                  <a:srgbClr val="333399"/>
                </a:solidFill>
                <a:latin typeface="Calibri"/>
                <a:ea typeface="Calibri"/>
                <a:cs typeface="Calibri"/>
                <a:sym typeface="Calibri"/>
              </a:rPr>
              <a:t>Team Games</a:t>
            </a:r>
            <a:endParaRPr sz="2400">
              <a:latin typeface="Calibri"/>
              <a:ea typeface="Calibri"/>
              <a:cs typeface="Calibri"/>
              <a:sym typeface="Calibri"/>
            </a:endParaRPr>
          </a:p>
          <a:p>
            <a:pPr indent="-255270" lvl="0" marL="447675" rtl="0" algn="l">
              <a:lnSpc>
                <a:spcPct val="100000"/>
              </a:lnSpc>
              <a:spcBef>
                <a:spcPts val="500"/>
              </a:spcBef>
              <a:spcAft>
                <a:spcPts val="0"/>
              </a:spcAft>
              <a:buSzPts val="2050"/>
              <a:buFont typeface="Trebuchet MS"/>
              <a:buChar char="▪"/>
            </a:pPr>
            <a:r>
              <a:rPr lang="en-US" sz="2050">
                <a:latin typeface="Calibri"/>
                <a:ea typeface="Calibri"/>
                <a:cs typeface="Calibri"/>
                <a:sym typeface="Calibri"/>
              </a:rPr>
              <a:t>Common payoff for all team members</a:t>
            </a:r>
            <a:endParaRPr sz="2050">
              <a:latin typeface="Calibri"/>
              <a:ea typeface="Calibri"/>
              <a:cs typeface="Calibri"/>
              <a:sym typeface="Calibri"/>
            </a:endParaRPr>
          </a:p>
        </p:txBody>
      </p:sp>
      <p:grpSp>
        <p:nvGrpSpPr>
          <p:cNvPr id="170" name="Google Shape;170;g33ae57c79ea_0_115"/>
          <p:cNvGrpSpPr/>
          <p:nvPr/>
        </p:nvGrpSpPr>
        <p:grpSpPr>
          <a:xfrm rot="263504">
            <a:off x="1652642" y="3359154"/>
            <a:ext cx="836611" cy="2427763"/>
            <a:chOff x="1632119" y="3339546"/>
            <a:chExt cx="829839" cy="1968037"/>
          </a:xfrm>
        </p:grpSpPr>
        <p:pic>
          <p:nvPicPr>
            <p:cNvPr id="171" name="Google Shape;171;g33ae57c79ea_0_115"/>
            <p:cNvPicPr preferRelativeResize="0"/>
            <p:nvPr/>
          </p:nvPicPr>
          <p:blipFill rotWithShape="1">
            <a:blip r:embed="rId7">
              <a:alphaModFix/>
            </a:blip>
            <a:srcRect b="0" l="0" r="0" t="0"/>
            <a:stretch/>
          </p:blipFill>
          <p:spPr>
            <a:xfrm>
              <a:off x="1632119" y="3339546"/>
              <a:ext cx="829839" cy="1968037"/>
            </a:xfrm>
            <a:prstGeom prst="rect">
              <a:avLst/>
            </a:prstGeom>
            <a:noFill/>
            <a:ln>
              <a:noFill/>
            </a:ln>
          </p:spPr>
        </p:pic>
        <p:sp>
          <p:nvSpPr>
            <p:cNvPr id="172" name="Google Shape;172;g33ae57c79ea_0_115"/>
            <p:cNvSpPr/>
            <p:nvPr/>
          </p:nvSpPr>
          <p:spPr>
            <a:xfrm>
              <a:off x="1774567" y="3458993"/>
              <a:ext cx="567055" cy="1757679"/>
            </a:xfrm>
            <a:custGeom>
              <a:rect b="b" l="l" r="r" t="t"/>
              <a:pathLst>
                <a:path extrusionOk="0" h="1757679" w="567055">
                  <a:moveTo>
                    <a:pt x="566912" y="1757238"/>
                  </a:moveTo>
                  <a:lnTo>
                    <a:pt x="3899" y="12086"/>
                  </a:lnTo>
                  <a:lnTo>
                    <a:pt x="0" y="0"/>
                  </a:lnTo>
                </a:path>
              </a:pathLst>
            </a:custGeom>
            <a:noFill/>
            <a:ln cap="flat" cmpd="sng" w="25375">
              <a:solidFill>
                <a:srgbClr val="0000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173" name="Google Shape;173;g33ae57c79ea_0_115"/>
          <p:cNvGrpSpPr/>
          <p:nvPr/>
        </p:nvGrpSpPr>
        <p:grpSpPr>
          <a:xfrm rot="-1192891">
            <a:off x="3469830" y="3044590"/>
            <a:ext cx="718462" cy="2811784"/>
            <a:chOff x="3500413" y="3097650"/>
            <a:chExt cx="388321" cy="2153032"/>
          </a:xfrm>
        </p:grpSpPr>
        <p:pic>
          <p:nvPicPr>
            <p:cNvPr id="174" name="Google Shape;174;g33ae57c79ea_0_115"/>
            <p:cNvPicPr preferRelativeResize="0"/>
            <p:nvPr/>
          </p:nvPicPr>
          <p:blipFill rotWithShape="1">
            <a:blip r:embed="rId8">
              <a:alphaModFix/>
            </a:blip>
            <a:srcRect b="0" l="0" r="0" t="0"/>
            <a:stretch/>
          </p:blipFill>
          <p:spPr>
            <a:xfrm>
              <a:off x="3500413" y="3097650"/>
              <a:ext cx="388321" cy="2153032"/>
            </a:xfrm>
            <a:prstGeom prst="rect">
              <a:avLst/>
            </a:prstGeom>
            <a:noFill/>
            <a:ln>
              <a:noFill/>
            </a:ln>
          </p:spPr>
        </p:pic>
        <p:sp>
          <p:nvSpPr>
            <p:cNvPr id="175" name="Google Shape;175;g33ae57c79ea_0_115"/>
            <p:cNvSpPr/>
            <p:nvPr/>
          </p:nvSpPr>
          <p:spPr>
            <a:xfrm>
              <a:off x="3617247" y="3195549"/>
              <a:ext cx="149860" cy="1988820"/>
            </a:xfrm>
            <a:custGeom>
              <a:rect b="b" l="l" r="r" t="t"/>
              <a:pathLst>
                <a:path extrusionOk="0" h="1988820" w="149860">
                  <a:moveTo>
                    <a:pt x="0" y="1988585"/>
                  </a:moveTo>
                  <a:lnTo>
                    <a:pt x="148345" y="12664"/>
                  </a:lnTo>
                  <a:lnTo>
                    <a:pt x="149296" y="0"/>
                  </a:lnTo>
                </a:path>
              </a:pathLst>
            </a:custGeom>
            <a:noFill/>
            <a:ln cap="flat" cmpd="sng" w="25375">
              <a:solidFill>
                <a:srgbClr val="FF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ph type="title"/>
          </p:nvPr>
        </p:nvSpPr>
        <p:spPr>
          <a:xfrm>
            <a:off x="253375" y="234300"/>
            <a:ext cx="5600700" cy="86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b="1" lang="en-US">
                <a:solidFill>
                  <a:srgbClr val="2E75B5"/>
                </a:solidFill>
                <a:latin typeface="Calibri"/>
                <a:ea typeface="Calibri"/>
                <a:cs typeface="Calibri"/>
                <a:sym typeface="Calibri"/>
              </a:rPr>
              <a:t>Game tree</a:t>
            </a:r>
            <a:endParaRPr b="1">
              <a:solidFill>
                <a:srgbClr val="2E75B5"/>
              </a:solidFill>
              <a:latin typeface="Calibri"/>
              <a:ea typeface="Calibri"/>
              <a:cs typeface="Calibri"/>
              <a:sym typeface="Calibri"/>
            </a:endParaRPr>
          </a:p>
        </p:txBody>
      </p:sp>
      <p:sp>
        <p:nvSpPr>
          <p:cNvPr id="181" name="Google Shape;181;p6"/>
          <p:cNvSpPr txBox="1"/>
          <p:nvPr>
            <p:ph idx="1" type="body"/>
          </p:nvPr>
        </p:nvSpPr>
        <p:spPr>
          <a:xfrm>
            <a:off x="253375" y="1419599"/>
            <a:ext cx="3406800" cy="456690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None/>
            </a:pPr>
            <a:r>
              <a:rPr lang="en-US" sz="2400">
                <a:latin typeface="Arial"/>
                <a:ea typeface="Arial"/>
                <a:cs typeface="Arial"/>
                <a:sym typeface="Arial"/>
              </a:rPr>
              <a:t>A game tree is a tree where nodes of the tree are the game states and Edges of the tree are the moves by players. Game tree involves initial state, actions function, and result Function. (utility function)</a:t>
            </a:r>
            <a:endParaRPr sz="2400">
              <a:latin typeface="Arial"/>
              <a:ea typeface="Arial"/>
              <a:cs typeface="Arial"/>
              <a:sym typeface="Arial"/>
            </a:endParaRPr>
          </a:p>
          <a:p>
            <a:pPr indent="-114300" lvl="0" marL="228600" rtl="0" algn="l">
              <a:lnSpc>
                <a:spcPct val="90000"/>
              </a:lnSpc>
              <a:spcBef>
                <a:spcPts val="1000"/>
              </a:spcBef>
              <a:spcAft>
                <a:spcPts val="0"/>
              </a:spcAft>
              <a:buClr>
                <a:schemeClr val="dk1"/>
              </a:buClr>
              <a:buSzPts val="1800"/>
              <a:buNone/>
            </a:pPr>
            <a:r>
              <a:t/>
            </a:r>
            <a:endParaRPr sz="2400">
              <a:latin typeface="Arial"/>
              <a:ea typeface="Arial"/>
              <a:cs typeface="Arial"/>
              <a:sym typeface="Arial"/>
            </a:endParaRPr>
          </a:p>
        </p:txBody>
      </p:sp>
      <p:pic>
        <p:nvPicPr>
          <p:cNvPr descr="A close up of a map&#10;&#10;Description automatically generated" id="182" name="Google Shape;182;p6"/>
          <p:cNvPicPr preferRelativeResize="0"/>
          <p:nvPr/>
        </p:nvPicPr>
        <p:blipFill rotWithShape="1">
          <a:blip r:embed="rId3">
            <a:alphaModFix/>
          </a:blip>
          <a:srcRect b="1" l="0" r="803" t="0"/>
          <a:stretch/>
        </p:blipFill>
        <p:spPr>
          <a:xfrm>
            <a:off x="3923075" y="446212"/>
            <a:ext cx="8159600" cy="5965576"/>
          </a:xfrm>
          <a:prstGeom prst="rect">
            <a:avLst/>
          </a:prstGeom>
          <a:noFill/>
          <a:ln>
            <a:noFill/>
          </a:ln>
        </p:spPr>
      </p:pic>
      <p:pic>
        <p:nvPicPr>
          <p:cNvPr id="183" name="Google Shape;183;p6"/>
          <p:cNvPicPr preferRelativeResize="0"/>
          <p:nvPr/>
        </p:nvPicPr>
        <p:blipFill rotWithShape="1">
          <a:blip r:embed="rId4">
            <a:alphaModFix/>
          </a:blip>
          <a:srcRect b="0" l="0" r="0" t="0"/>
          <a:stretch/>
        </p:blipFill>
        <p:spPr>
          <a:xfrm>
            <a:off x="3923070" y="1834703"/>
            <a:ext cx="970901" cy="323634"/>
          </a:xfrm>
          <a:prstGeom prst="rect">
            <a:avLst/>
          </a:prstGeom>
          <a:noFill/>
          <a:ln>
            <a:noFill/>
          </a:ln>
        </p:spPr>
      </p:pic>
      <p:pic>
        <p:nvPicPr>
          <p:cNvPr id="184" name="Google Shape;184;p6"/>
          <p:cNvPicPr preferRelativeResize="0"/>
          <p:nvPr/>
        </p:nvPicPr>
        <p:blipFill rotWithShape="1">
          <a:blip r:embed="rId5">
            <a:alphaModFix/>
          </a:blip>
          <a:srcRect b="0" l="0" r="0" t="0"/>
          <a:stretch/>
        </p:blipFill>
        <p:spPr>
          <a:xfrm>
            <a:off x="3923069" y="3130868"/>
            <a:ext cx="970901" cy="374490"/>
          </a:xfrm>
          <a:prstGeom prst="rect">
            <a:avLst/>
          </a:prstGeom>
          <a:noFill/>
          <a:ln>
            <a:noFill/>
          </a:ln>
        </p:spPr>
      </p:pic>
      <p:pic>
        <p:nvPicPr>
          <p:cNvPr id="185" name="Google Shape;185;p6"/>
          <p:cNvPicPr preferRelativeResize="0"/>
          <p:nvPr/>
        </p:nvPicPr>
        <p:blipFill rotWithShape="1">
          <a:blip r:embed="rId4">
            <a:alphaModFix/>
          </a:blip>
          <a:srcRect b="0" l="0" r="0" t="0"/>
          <a:stretch/>
        </p:blipFill>
        <p:spPr>
          <a:xfrm>
            <a:off x="3923068" y="4149741"/>
            <a:ext cx="970901" cy="32363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7"/>
          <p:cNvSpPr txBox="1"/>
          <p:nvPr>
            <p:ph type="title"/>
          </p:nvPr>
        </p:nvSpPr>
        <p:spPr>
          <a:xfrm>
            <a:off x="838200" y="365125"/>
            <a:ext cx="10515600" cy="10064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E75B5"/>
              </a:buClr>
              <a:buSzPct val="100000"/>
              <a:buFont typeface="Calibri"/>
              <a:buNone/>
            </a:pPr>
            <a:r>
              <a:rPr b="1" lang="en-US">
                <a:solidFill>
                  <a:srgbClr val="2E75B5"/>
                </a:solidFill>
                <a:latin typeface="Calibri"/>
                <a:ea typeface="Calibri"/>
                <a:cs typeface="Calibri"/>
                <a:sym typeface="Calibri"/>
              </a:rPr>
              <a:t>Min-Max Algorithm</a:t>
            </a:r>
            <a:br>
              <a:rPr b="1" lang="en-US">
                <a:solidFill>
                  <a:srgbClr val="2E75B5"/>
                </a:solidFill>
                <a:latin typeface="Calibri"/>
                <a:ea typeface="Calibri"/>
                <a:cs typeface="Calibri"/>
                <a:sym typeface="Calibri"/>
              </a:rPr>
            </a:br>
            <a:endParaRPr b="1">
              <a:solidFill>
                <a:srgbClr val="2E75B5"/>
              </a:solidFill>
              <a:latin typeface="Calibri"/>
              <a:ea typeface="Calibri"/>
              <a:cs typeface="Calibri"/>
              <a:sym typeface="Calibri"/>
            </a:endParaRPr>
          </a:p>
        </p:txBody>
      </p:sp>
      <p:sp>
        <p:nvSpPr>
          <p:cNvPr id="191" name="Google Shape;191;p7"/>
          <p:cNvSpPr txBox="1"/>
          <p:nvPr>
            <p:ph idx="1" type="body"/>
          </p:nvPr>
        </p:nvSpPr>
        <p:spPr>
          <a:xfrm>
            <a:off x="661219" y="1530657"/>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In this algorithm two players play the game, one is called </a:t>
            </a:r>
            <a:r>
              <a:rPr lang="en-US">
                <a:solidFill>
                  <a:srgbClr val="2E75B5"/>
                </a:solidFill>
              </a:rPr>
              <a:t>MAX</a:t>
            </a:r>
            <a:r>
              <a:rPr lang="en-US"/>
              <a:t> and other is called </a:t>
            </a:r>
            <a:r>
              <a:rPr lang="en-US">
                <a:solidFill>
                  <a:srgbClr val="FF0000"/>
                </a:solidFill>
              </a:rPr>
              <a:t>MIN</a:t>
            </a:r>
            <a:r>
              <a:rPr lang="en-US"/>
              <a:t>.</a:t>
            </a:r>
            <a:endParaRPr/>
          </a:p>
          <a:p>
            <a:pPr indent="-228600" lvl="0" marL="228600" rtl="0" algn="l">
              <a:lnSpc>
                <a:spcPct val="90000"/>
              </a:lnSpc>
              <a:spcBef>
                <a:spcPts val="1000"/>
              </a:spcBef>
              <a:spcAft>
                <a:spcPts val="0"/>
              </a:spcAft>
              <a:buClr>
                <a:schemeClr val="dk1"/>
              </a:buClr>
              <a:buSzPts val="2800"/>
              <a:buChar char="•"/>
            </a:pPr>
            <a:r>
              <a:rPr lang="en-US"/>
              <a:t>Both the players fight it as the opponent player gets the minimum benefit while they get the maximum benefit.</a:t>
            </a:r>
            <a:endParaRPr/>
          </a:p>
          <a:p>
            <a:pPr indent="-228600" lvl="0" marL="228600" rtl="0" algn="l">
              <a:lnSpc>
                <a:spcPct val="90000"/>
              </a:lnSpc>
              <a:spcBef>
                <a:spcPts val="1000"/>
              </a:spcBef>
              <a:spcAft>
                <a:spcPts val="0"/>
              </a:spcAft>
              <a:buClr>
                <a:schemeClr val="dk1"/>
              </a:buClr>
              <a:buSzPts val="2800"/>
              <a:buChar char="•"/>
            </a:pPr>
            <a:r>
              <a:rPr lang="en-US"/>
              <a:t>Both Players of the game are opponent of each other, where </a:t>
            </a:r>
            <a:r>
              <a:rPr lang="en-US">
                <a:solidFill>
                  <a:srgbClr val="2E75B5"/>
                </a:solidFill>
              </a:rPr>
              <a:t>MAX</a:t>
            </a:r>
            <a:r>
              <a:rPr lang="en-US"/>
              <a:t> will select the </a:t>
            </a:r>
            <a:r>
              <a:rPr lang="en-US">
                <a:solidFill>
                  <a:srgbClr val="2E75B5"/>
                </a:solidFill>
              </a:rPr>
              <a:t>maximized value </a:t>
            </a:r>
            <a:r>
              <a:rPr lang="en-US"/>
              <a:t>and </a:t>
            </a:r>
            <a:r>
              <a:rPr lang="en-US">
                <a:solidFill>
                  <a:srgbClr val="FF0000"/>
                </a:solidFill>
              </a:rPr>
              <a:t>MIN</a:t>
            </a:r>
            <a:r>
              <a:rPr lang="en-US"/>
              <a:t> will select the </a:t>
            </a:r>
            <a:r>
              <a:rPr lang="en-US">
                <a:solidFill>
                  <a:srgbClr val="FF0000"/>
                </a:solidFill>
              </a:rPr>
              <a:t>minimized value</a:t>
            </a:r>
            <a:r>
              <a:rPr lang="en-US"/>
              <a:t>.</a:t>
            </a:r>
            <a:endParaRPr/>
          </a:p>
          <a:p>
            <a:pPr indent="-228600" lvl="0" marL="228600" rtl="0" algn="l">
              <a:lnSpc>
                <a:spcPct val="90000"/>
              </a:lnSpc>
              <a:spcBef>
                <a:spcPts val="1000"/>
              </a:spcBef>
              <a:spcAft>
                <a:spcPts val="0"/>
              </a:spcAft>
              <a:buClr>
                <a:schemeClr val="dk1"/>
              </a:buClr>
              <a:buSzPts val="2800"/>
              <a:buChar char="•"/>
            </a:pPr>
            <a:r>
              <a:rPr lang="en-US"/>
              <a:t>The min-max algorithm performs a depth-first search algorithm for the exploration of the complete game tree.</a:t>
            </a:r>
            <a:endParaRPr/>
          </a:p>
          <a:p>
            <a:pPr indent="-228600" lvl="0" marL="228600" rtl="0" algn="l">
              <a:lnSpc>
                <a:spcPct val="90000"/>
              </a:lnSpc>
              <a:spcBef>
                <a:spcPts val="1000"/>
              </a:spcBef>
              <a:spcAft>
                <a:spcPts val="0"/>
              </a:spcAft>
              <a:buClr>
                <a:schemeClr val="dk1"/>
              </a:buClr>
              <a:buSzPts val="2800"/>
              <a:buChar char="•"/>
            </a:pPr>
            <a:r>
              <a:rPr lang="en-US"/>
              <a:t>The min-max algorithm proceeds all the way down to the terminal node of the tree, then backtrack the tree as the recursion.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33baac5e167_0_0"/>
          <p:cNvPicPr preferRelativeResize="0"/>
          <p:nvPr/>
        </p:nvPicPr>
        <p:blipFill>
          <a:blip r:embed="rId3">
            <a:alphaModFix/>
          </a:blip>
          <a:stretch>
            <a:fillRect/>
          </a:stretch>
        </p:blipFill>
        <p:spPr>
          <a:xfrm>
            <a:off x="170500" y="398700"/>
            <a:ext cx="11462300" cy="5720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b="1" lang="en-US">
                <a:solidFill>
                  <a:srgbClr val="2E75B5"/>
                </a:solidFill>
                <a:latin typeface="Calibri"/>
                <a:ea typeface="Calibri"/>
                <a:cs typeface="Calibri"/>
                <a:sym typeface="Calibri"/>
              </a:rPr>
              <a:t>Min-Max Algorithm E.g.……..</a:t>
            </a:r>
            <a:endParaRPr>
              <a:latin typeface="Calibri"/>
              <a:ea typeface="Calibri"/>
              <a:cs typeface="Calibri"/>
              <a:sym typeface="Calibri"/>
            </a:endParaRPr>
          </a:p>
        </p:txBody>
      </p:sp>
      <p:pic>
        <p:nvPicPr>
          <p:cNvPr descr="A picture containing drawing&#10;&#10;Description automatically generated" id="202" name="Google Shape;202;p8"/>
          <p:cNvPicPr preferRelativeResize="0"/>
          <p:nvPr>
            <p:ph idx="1" type="body"/>
          </p:nvPr>
        </p:nvPicPr>
        <p:blipFill rotWithShape="1">
          <a:blip r:embed="rId3">
            <a:alphaModFix/>
          </a:blip>
          <a:srcRect b="0" l="0" r="0" t="0"/>
          <a:stretch/>
        </p:blipFill>
        <p:spPr>
          <a:xfrm>
            <a:off x="1758886" y="1638608"/>
            <a:ext cx="8674200" cy="4931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C:\Users\Mirza Pervaz\Desktop\Capture.PNG" id="207" name="Google Shape;207;p9"/>
          <p:cNvPicPr preferRelativeResize="0"/>
          <p:nvPr>
            <p:ph idx="1" type="body"/>
          </p:nvPr>
        </p:nvPicPr>
        <p:blipFill rotWithShape="1">
          <a:blip r:embed="rId3">
            <a:alphaModFix/>
          </a:blip>
          <a:srcRect b="2797" l="0" r="0" t="0"/>
          <a:stretch/>
        </p:blipFill>
        <p:spPr>
          <a:xfrm>
            <a:off x="1588958" y="830705"/>
            <a:ext cx="9638700" cy="5906100"/>
          </a:xfrm>
          <a:prstGeom prst="rect">
            <a:avLst/>
          </a:prstGeom>
          <a:noFill/>
          <a:ln>
            <a:noFill/>
          </a:ln>
        </p:spPr>
      </p:pic>
      <p:sp>
        <p:nvSpPr>
          <p:cNvPr id="208" name="Google Shape;208;p9"/>
          <p:cNvSpPr txBox="1"/>
          <p:nvPr>
            <p:ph type="title"/>
          </p:nvPr>
        </p:nvSpPr>
        <p:spPr>
          <a:xfrm>
            <a:off x="174700" y="108700"/>
            <a:ext cx="7706400" cy="876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5"/>
              </a:buClr>
              <a:buSzPts val="4400"/>
              <a:buFont typeface="Calibri"/>
              <a:buNone/>
            </a:pPr>
            <a:r>
              <a:rPr b="1" lang="en-US">
                <a:solidFill>
                  <a:srgbClr val="2E75B5"/>
                </a:solidFill>
                <a:latin typeface="Calibri"/>
                <a:ea typeface="Calibri"/>
                <a:cs typeface="Calibri"/>
                <a:sym typeface="Calibri"/>
              </a:rPr>
              <a:t>TIC-TAC TOE </a:t>
            </a:r>
            <a:r>
              <a:rPr b="1" lang="en-US">
                <a:solidFill>
                  <a:srgbClr val="2E75B5"/>
                </a:solidFill>
              </a:rPr>
              <a:t> </a:t>
            </a:r>
            <a:r>
              <a:rPr b="1" lang="en-US">
                <a:solidFill>
                  <a:srgbClr val="2E75B5"/>
                </a:solidFill>
                <a:latin typeface="Calibri"/>
                <a:ea typeface="Calibri"/>
                <a:cs typeface="Calibri"/>
                <a:sym typeface="Calibri"/>
              </a:rPr>
              <a:t>E.g.……..</a:t>
            </a:r>
            <a:endParaRPr>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10"/>
          <p:cNvPicPr preferRelativeResize="0"/>
          <p:nvPr/>
        </p:nvPicPr>
        <p:blipFill rotWithShape="1">
          <a:blip r:embed="rId3">
            <a:alphaModFix/>
          </a:blip>
          <a:srcRect b="0" l="0" r="0" t="0"/>
          <a:stretch/>
        </p:blipFill>
        <p:spPr>
          <a:xfrm>
            <a:off x="294968" y="-76199"/>
            <a:ext cx="11297263" cy="6857999"/>
          </a:xfrm>
          <a:prstGeom prst="rect">
            <a:avLst/>
          </a:prstGeom>
          <a:noFill/>
          <a:ln>
            <a:noFill/>
          </a:ln>
        </p:spPr>
      </p:pic>
      <p:cxnSp>
        <p:nvCxnSpPr>
          <p:cNvPr id="214" name="Google Shape;214;p10"/>
          <p:cNvCxnSpPr/>
          <p:nvPr/>
        </p:nvCxnSpPr>
        <p:spPr>
          <a:xfrm rot="10800000">
            <a:off x="8332839" y="3642852"/>
            <a:ext cx="0" cy="1991032"/>
          </a:xfrm>
          <a:prstGeom prst="straightConnector1">
            <a:avLst/>
          </a:prstGeom>
          <a:noFill/>
          <a:ln cap="flat" cmpd="sng" w="57150">
            <a:solidFill>
              <a:srgbClr val="FF0000"/>
            </a:solidFill>
            <a:prstDash val="solid"/>
            <a:miter lim="800000"/>
            <a:headEnd len="sm" w="sm" type="none"/>
            <a:tailEnd len="med" w="med" type="triangle"/>
          </a:ln>
        </p:spPr>
      </p:cxnSp>
      <p:cxnSp>
        <p:nvCxnSpPr>
          <p:cNvPr id="215" name="Google Shape;215;p10"/>
          <p:cNvCxnSpPr/>
          <p:nvPr/>
        </p:nvCxnSpPr>
        <p:spPr>
          <a:xfrm flipH="1" rot="10800000">
            <a:off x="8332839" y="2654710"/>
            <a:ext cx="471948" cy="884903"/>
          </a:xfrm>
          <a:prstGeom prst="straightConnector1">
            <a:avLst/>
          </a:prstGeom>
          <a:noFill/>
          <a:ln cap="flat" cmpd="sng" w="57150">
            <a:solidFill>
              <a:srgbClr val="FF0000"/>
            </a:solidFill>
            <a:prstDash val="solid"/>
            <a:miter lim="800000"/>
            <a:headEnd len="sm" w="sm" type="none"/>
            <a:tailEnd len="med" w="med" type="triangle"/>
          </a:ln>
        </p:spPr>
      </p:cxnSp>
      <p:cxnSp>
        <p:nvCxnSpPr>
          <p:cNvPr id="216" name="Google Shape;216;p10"/>
          <p:cNvCxnSpPr/>
          <p:nvPr/>
        </p:nvCxnSpPr>
        <p:spPr>
          <a:xfrm rot="10800000">
            <a:off x="7379111" y="1922208"/>
            <a:ext cx="1425676" cy="334295"/>
          </a:xfrm>
          <a:prstGeom prst="straightConnector1">
            <a:avLst/>
          </a:prstGeom>
          <a:noFill/>
          <a:ln cap="flat" cmpd="sng" w="57150">
            <a:solidFill>
              <a:srgbClr val="FF0000"/>
            </a:solidFill>
            <a:prstDash val="solid"/>
            <a:miter lim="800000"/>
            <a:headEnd len="sm" w="sm"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graphicFrame>
        <p:nvGraphicFramePr>
          <p:cNvPr id="221" name="Google Shape;221;g33baac5e167_0_13"/>
          <p:cNvGraphicFramePr/>
          <p:nvPr/>
        </p:nvGraphicFramePr>
        <p:xfrm>
          <a:off x="7044505" y="260630"/>
          <a:ext cx="3000000" cy="3000000"/>
        </p:xfrm>
        <a:graphic>
          <a:graphicData uri="http://schemas.openxmlformats.org/drawingml/2006/table">
            <a:tbl>
              <a:tblPr bandRow="1" firstRow="1">
                <a:noFill/>
                <a:tableStyleId>{437E2623-CDF2-46F0-886F-8780C2CFEFD4}</a:tableStyleId>
              </a:tblPr>
              <a:tblGrid>
                <a:gridCol w="598050"/>
                <a:gridCol w="598050"/>
                <a:gridCol w="598050"/>
              </a:tblGrid>
              <a:tr h="597625">
                <a:tc>
                  <a:txBody>
                    <a:bodyPr/>
                    <a:lstStyle/>
                    <a:p>
                      <a:pPr indent="0" lvl="0" marL="0" marR="0" rtl="0" algn="l">
                        <a:lnSpc>
                          <a:spcPct val="100000"/>
                        </a:lnSpc>
                        <a:spcBef>
                          <a:spcPts val="0"/>
                        </a:spcBef>
                        <a:spcAft>
                          <a:spcPts val="0"/>
                        </a:spcAft>
                        <a:buNone/>
                      </a:pPr>
                      <a:r>
                        <a:t/>
                      </a:r>
                      <a:endParaRPr sz="3200" u="none" cap="none" strike="noStrike">
                        <a:latin typeface="Times New Roman"/>
                        <a:ea typeface="Times New Roman"/>
                        <a:cs typeface="Times New Roman"/>
                        <a:sym typeface="Times New Roman"/>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752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25400" marR="0" rtl="0" algn="ctr">
                        <a:lnSpc>
                          <a:spcPct val="11752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615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615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615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50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32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50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222" name="Google Shape;222;g33baac5e167_0_13"/>
          <p:cNvGrpSpPr/>
          <p:nvPr/>
        </p:nvGrpSpPr>
        <p:grpSpPr>
          <a:xfrm>
            <a:off x="5319866" y="1673141"/>
            <a:ext cx="1516254" cy="681326"/>
            <a:chOff x="8772866" y="2759138"/>
            <a:chExt cx="2500419" cy="1123559"/>
          </a:xfrm>
        </p:grpSpPr>
        <p:sp>
          <p:nvSpPr>
            <p:cNvPr id="223" name="Google Shape;223;g33baac5e167_0_13"/>
            <p:cNvSpPr/>
            <p:nvPr/>
          </p:nvSpPr>
          <p:spPr>
            <a:xfrm>
              <a:off x="8944106" y="2759138"/>
              <a:ext cx="2329179" cy="1036320"/>
            </a:xfrm>
            <a:custGeom>
              <a:rect b="b" l="l" r="r" t="t"/>
              <a:pathLst>
                <a:path extrusionOk="0" h="1036320" w="2329179">
                  <a:moveTo>
                    <a:pt x="2328881" y="0"/>
                  </a:moveTo>
                  <a:lnTo>
                    <a:pt x="23916" y="1025559"/>
                  </a:lnTo>
                  <a:lnTo>
                    <a:pt x="0" y="1036200"/>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24" name="Google Shape;224;g33baac5e167_0_13"/>
            <p:cNvSpPr/>
            <p:nvPr/>
          </p:nvSpPr>
          <p:spPr>
            <a:xfrm>
              <a:off x="8772866" y="3687118"/>
              <a:ext cx="238759" cy="195579"/>
            </a:xfrm>
            <a:custGeom>
              <a:rect b="b" l="l" r="r" t="t"/>
              <a:pathLst>
                <a:path extrusionOk="0" h="195579" w="238759">
                  <a:moveTo>
                    <a:pt x="151744" y="0"/>
                  </a:moveTo>
                  <a:lnTo>
                    <a:pt x="0" y="184414"/>
                  </a:lnTo>
                  <a:lnTo>
                    <a:pt x="238577" y="195160"/>
                  </a:lnTo>
                  <a:lnTo>
                    <a:pt x="151744"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25" name="Google Shape;225;g33baac5e167_0_13"/>
          <p:cNvGraphicFramePr/>
          <p:nvPr/>
        </p:nvGraphicFramePr>
        <p:xfrm>
          <a:off x="4259658" y="2516353"/>
          <a:ext cx="3000000" cy="3000000"/>
        </p:xfrm>
        <a:graphic>
          <a:graphicData uri="http://schemas.openxmlformats.org/drawingml/2006/table">
            <a:tbl>
              <a:tblPr bandRow="1" firstRow="1">
                <a:noFill/>
                <a:tableStyleId>{437E2623-CDF2-46F0-886F-8780C2CFEFD4}</a:tableStyleId>
              </a:tblPr>
              <a:tblGrid>
                <a:gridCol w="598050"/>
                <a:gridCol w="598050"/>
                <a:gridCol w="598050"/>
              </a:tblGrid>
              <a:tr h="597625">
                <a:tc>
                  <a:txBody>
                    <a:bodyPr/>
                    <a:lstStyle/>
                    <a:p>
                      <a:pPr indent="0" lvl="0" marL="0" marR="12700" rtl="0" algn="ctr">
                        <a:lnSpc>
                          <a:spcPct val="118544"/>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8544"/>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18544"/>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46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46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46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347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32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347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226" name="Google Shape;226;g33baac5e167_0_13"/>
          <p:cNvGraphicFramePr/>
          <p:nvPr/>
        </p:nvGraphicFramePr>
        <p:xfrm>
          <a:off x="9767125" y="2516353"/>
          <a:ext cx="3000000" cy="3000000"/>
        </p:xfrm>
        <a:graphic>
          <a:graphicData uri="http://schemas.openxmlformats.org/drawingml/2006/table">
            <a:tbl>
              <a:tblPr bandRow="1" firstRow="1">
                <a:noFill/>
                <a:tableStyleId>{437E2623-CDF2-46F0-886F-8780C2CFEFD4}</a:tableStyleId>
              </a:tblPr>
              <a:tblGrid>
                <a:gridCol w="598050"/>
                <a:gridCol w="598050"/>
                <a:gridCol w="598050"/>
              </a:tblGrid>
              <a:tr h="597625">
                <a:tc>
                  <a:txBody>
                    <a:bodyPr/>
                    <a:lstStyle/>
                    <a:p>
                      <a:pPr indent="0" lvl="0" marL="0" marR="0" rtl="0" algn="l">
                        <a:lnSpc>
                          <a:spcPct val="100000"/>
                        </a:lnSpc>
                        <a:spcBef>
                          <a:spcPts val="0"/>
                        </a:spcBef>
                        <a:spcAft>
                          <a:spcPts val="0"/>
                        </a:spcAft>
                        <a:buNone/>
                      </a:pPr>
                      <a:r>
                        <a:t/>
                      </a:r>
                      <a:endParaRPr sz="3200" u="none" cap="none" strike="noStrike">
                        <a:latin typeface="Times New Roman"/>
                        <a:ea typeface="Times New Roman"/>
                        <a:cs typeface="Times New Roman"/>
                        <a:sym typeface="Times New Roman"/>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8544"/>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18544"/>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46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46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46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347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347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347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27" name="Google Shape;227;g33baac5e167_0_13"/>
          <p:cNvSpPr txBox="1"/>
          <p:nvPr/>
        </p:nvSpPr>
        <p:spPr>
          <a:xfrm>
            <a:off x="4780198" y="380891"/>
            <a:ext cx="1956600" cy="982800"/>
          </a:xfrm>
          <a:prstGeom prst="rect">
            <a:avLst/>
          </a:prstGeom>
          <a:noFill/>
          <a:ln>
            <a:noFill/>
          </a:ln>
        </p:spPr>
        <p:txBody>
          <a:bodyPr anchorCtr="0" anchor="t" bIns="0" lIns="0" spcFirstLastPara="1" rIns="0" wrap="square" tIns="7300">
            <a:spAutoFit/>
          </a:bodyPr>
          <a:lstStyle/>
          <a:p>
            <a:pPr indent="0" lvl="0" marL="12700" rtl="0" algn="l">
              <a:lnSpc>
                <a:spcPct val="115051"/>
              </a:lnSpc>
              <a:spcBef>
                <a:spcPts val="0"/>
              </a:spcBef>
              <a:spcAft>
                <a:spcPts val="0"/>
              </a:spcAft>
              <a:buNone/>
            </a:pPr>
            <a:r>
              <a:rPr lang="en-US" sz="2900" cap="small">
                <a:solidFill>
                  <a:schemeClr val="dk1"/>
                </a:solidFill>
                <a:latin typeface="Times New Roman"/>
                <a:ea typeface="Times New Roman"/>
                <a:cs typeface="Times New Roman"/>
                <a:sym typeface="Times New Roman"/>
              </a:rPr>
              <a:t>Min-Value:</a:t>
            </a:r>
            <a:endParaRPr sz="2900">
              <a:solidFill>
                <a:schemeClr val="dk1"/>
              </a:solidFill>
              <a:latin typeface="Times New Roman"/>
              <a:ea typeface="Times New Roman"/>
              <a:cs typeface="Times New Roman"/>
              <a:sym typeface="Times New Roman"/>
            </a:endParaRPr>
          </a:p>
          <a:p>
            <a:pPr indent="0" lvl="0" marL="0" marR="152400" rtl="0" algn="r">
              <a:lnSpc>
                <a:spcPct val="115151"/>
              </a:lnSpc>
              <a:spcBef>
                <a:spcPts val="0"/>
              </a:spcBef>
              <a:spcAft>
                <a:spcPts val="0"/>
              </a:spcAft>
              <a:buNone/>
            </a:pPr>
            <a:r>
              <a:rPr lang="en-US" sz="3000">
                <a:solidFill>
                  <a:schemeClr val="dk1"/>
                </a:solidFill>
                <a:latin typeface="Consolas"/>
                <a:ea typeface="Consolas"/>
                <a:cs typeface="Consolas"/>
                <a:sym typeface="Consolas"/>
              </a:rPr>
              <a:t>0</a:t>
            </a:r>
            <a:endParaRPr sz="3000">
              <a:solidFill>
                <a:schemeClr val="dk1"/>
              </a:solidFill>
              <a:latin typeface="Consolas"/>
              <a:ea typeface="Consolas"/>
              <a:cs typeface="Consolas"/>
              <a:sym typeface="Consolas"/>
            </a:endParaRPr>
          </a:p>
        </p:txBody>
      </p:sp>
      <p:grpSp>
        <p:nvGrpSpPr>
          <p:cNvPr id="228" name="Google Shape;228;g33baac5e167_0_13"/>
          <p:cNvGrpSpPr/>
          <p:nvPr/>
        </p:nvGrpSpPr>
        <p:grpSpPr>
          <a:xfrm>
            <a:off x="9045758" y="1673141"/>
            <a:ext cx="1516190" cy="681326"/>
            <a:chOff x="14917147" y="2759138"/>
            <a:chExt cx="2500314" cy="1123559"/>
          </a:xfrm>
        </p:grpSpPr>
        <p:sp>
          <p:nvSpPr>
            <p:cNvPr id="229" name="Google Shape;229;g33baac5e167_0_13"/>
            <p:cNvSpPr/>
            <p:nvPr/>
          </p:nvSpPr>
          <p:spPr>
            <a:xfrm>
              <a:off x="14917147" y="2759138"/>
              <a:ext cx="2329180" cy="1036320"/>
            </a:xfrm>
            <a:custGeom>
              <a:rect b="b" l="l" r="r" t="t"/>
              <a:pathLst>
                <a:path extrusionOk="0" h="1036320" w="2329180">
                  <a:moveTo>
                    <a:pt x="0" y="0"/>
                  </a:moveTo>
                  <a:lnTo>
                    <a:pt x="2304964" y="1025559"/>
                  </a:lnTo>
                  <a:lnTo>
                    <a:pt x="2328881" y="1036200"/>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30" name="Google Shape;230;g33baac5e167_0_13"/>
            <p:cNvSpPr/>
            <p:nvPr/>
          </p:nvSpPr>
          <p:spPr>
            <a:xfrm>
              <a:off x="17178702" y="3687118"/>
              <a:ext cx="238759" cy="195579"/>
            </a:xfrm>
            <a:custGeom>
              <a:rect b="b" l="l" r="r" t="t"/>
              <a:pathLst>
                <a:path extrusionOk="0" h="195579" w="238759">
                  <a:moveTo>
                    <a:pt x="86824" y="0"/>
                  </a:moveTo>
                  <a:lnTo>
                    <a:pt x="0" y="195160"/>
                  </a:lnTo>
                  <a:lnTo>
                    <a:pt x="238568" y="184414"/>
                  </a:lnTo>
                  <a:lnTo>
                    <a:pt x="86824"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pSp>
        <p:nvGrpSpPr>
          <p:cNvPr id="231" name="Google Shape;231;g33baac5e167_0_13"/>
          <p:cNvGrpSpPr/>
          <p:nvPr/>
        </p:nvGrpSpPr>
        <p:grpSpPr>
          <a:xfrm>
            <a:off x="5091436" y="4472181"/>
            <a:ext cx="129767" cy="351908"/>
            <a:chOff x="8396167" y="7374969"/>
            <a:chExt cx="213995" cy="580324"/>
          </a:xfrm>
        </p:grpSpPr>
        <p:sp>
          <p:nvSpPr>
            <p:cNvPr id="232" name="Google Shape;232;g33baac5e167_0_13"/>
            <p:cNvSpPr/>
            <p:nvPr/>
          </p:nvSpPr>
          <p:spPr>
            <a:xfrm>
              <a:off x="8502970" y="7374969"/>
              <a:ext cx="0" cy="393065"/>
            </a:xfrm>
            <a:custGeom>
              <a:rect b="b" l="l" r="r" t="t"/>
              <a:pathLst>
                <a:path extrusionOk="0" h="393065" w="120000">
                  <a:moveTo>
                    <a:pt x="0" y="0"/>
                  </a:moveTo>
                  <a:lnTo>
                    <a:pt x="0" y="366328"/>
                  </a:lnTo>
                  <a:lnTo>
                    <a:pt x="0" y="39250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33" name="Google Shape;233;g33baac5e167_0_13"/>
            <p:cNvSpPr/>
            <p:nvPr/>
          </p:nvSpPr>
          <p:spPr>
            <a:xfrm>
              <a:off x="8396167" y="7741298"/>
              <a:ext cx="213995" cy="213995"/>
            </a:xfrm>
            <a:custGeom>
              <a:rect b="b" l="l" r="r" t="t"/>
              <a:pathLst>
                <a:path extrusionOk="0" h="213995" w="213995">
                  <a:moveTo>
                    <a:pt x="213606" y="0"/>
                  </a:moveTo>
                  <a:lnTo>
                    <a:pt x="0" y="0"/>
                  </a:lnTo>
                  <a:lnTo>
                    <a:pt x="106803" y="213606"/>
                  </a:lnTo>
                  <a:lnTo>
                    <a:pt x="213606"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34" name="Google Shape;234;g33baac5e167_0_13"/>
          <p:cNvGraphicFramePr/>
          <p:nvPr/>
        </p:nvGraphicFramePr>
        <p:xfrm>
          <a:off x="4259658" y="4894593"/>
          <a:ext cx="3000000" cy="3000000"/>
        </p:xfrm>
        <a:graphic>
          <a:graphicData uri="http://schemas.openxmlformats.org/drawingml/2006/table">
            <a:tbl>
              <a:tblPr bandRow="1" firstRow="1">
                <a:noFill/>
                <a:tableStyleId>{437E2623-CDF2-46F0-886F-8780C2CFEFD4}</a:tableStyleId>
              </a:tblPr>
              <a:tblGrid>
                <a:gridCol w="598050"/>
                <a:gridCol w="598050"/>
                <a:gridCol w="598050"/>
              </a:tblGrid>
              <a:tr h="597625">
                <a:tc>
                  <a:txBody>
                    <a:bodyPr/>
                    <a:lstStyle/>
                    <a:p>
                      <a:pPr indent="0" lvl="0" marL="0" marR="12700" rtl="0" algn="ctr">
                        <a:lnSpc>
                          <a:spcPct val="11784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784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solidFill>
                      <a:srgbClr val="1DB100"/>
                    </a:solidFill>
                  </a:tcPr>
                </a:tc>
                <a:tc>
                  <a:txBody>
                    <a:bodyPr/>
                    <a:lstStyle/>
                    <a:p>
                      <a:pPr indent="0" lvl="0" marL="12700" marR="0" rtl="0" algn="ctr">
                        <a:lnSpc>
                          <a:spcPct val="11784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73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73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solidFill>
                      <a:srgbClr val="1DB100"/>
                    </a:solidFill>
                  </a:tcPr>
                </a:tc>
                <a:tc>
                  <a:txBody>
                    <a:bodyPr/>
                    <a:lstStyle/>
                    <a:p>
                      <a:pPr indent="0" lvl="0" marL="2540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73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615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615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DB100"/>
                    </a:solidFill>
                  </a:tcPr>
                </a:tc>
                <a:tc>
                  <a:txBody>
                    <a:bodyPr/>
                    <a:lstStyle/>
                    <a:p>
                      <a:pPr indent="0" lvl="0" marL="1270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615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235" name="Google Shape;235;g33baac5e167_0_13"/>
          <p:cNvGrpSpPr/>
          <p:nvPr/>
        </p:nvGrpSpPr>
        <p:grpSpPr>
          <a:xfrm>
            <a:off x="10598508" y="4472181"/>
            <a:ext cx="129766" cy="351908"/>
            <a:chOff x="17477750" y="7374969"/>
            <a:chExt cx="213994" cy="580324"/>
          </a:xfrm>
        </p:grpSpPr>
        <p:sp>
          <p:nvSpPr>
            <p:cNvPr id="236" name="Google Shape;236;g33baac5e167_0_13"/>
            <p:cNvSpPr/>
            <p:nvPr/>
          </p:nvSpPr>
          <p:spPr>
            <a:xfrm>
              <a:off x="17584553" y="7374969"/>
              <a:ext cx="0" cy="393065"/>
            </a:xfrm>
            <a:custGeom>
              <a:rect b="b" l="l" r="r" t="t"/>
              <a:pathLst>
                <a:path extrusionOk="0" h="393065" w="120000">
                  <a:moveTo>
                    <a:pt x="0" y="0"/>
                  </a:moveTo>
                  <a:lnTo>
                    <a:pt x="0" y="366328"/>
                  </a:lnTo>
                  <a:lnTo>
                    <a:pt x="0" y="39250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37" name="Google Shape;237;g33baac5e167_0_13"/>
            <p:cNvSpPr/>
            <p:nvPr/>
          </p:nvSpPr>
          <p:spPr>
            <a:xfrm>
              <a:off x="17477750" y="7741298"/>
              <a:ext cx="213994" cy="213995"/>
            </a:xfrm>
            <a:custGeom>
              <a:rect b="b" l="l" r="r" t="t"/>
              <a:pathLst>
                <a:path extrusionOk="0" h="213995" w="213994">
                  <a:moveTo>
                    <a:pt x="213606" y="0"/>
                  </a:moveTo>
                  <a:lnTo>
                    <a:pt x="0" y="0"/>
                  </a:lnTo>
                  <a:lnTo>
                    <a:pt x="106803" y="213606"/>
                  </a:lnTo>
                  <a:lnTo>
                    <a:pt x="213606"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38" name="Google Shape;238;g33baac5e167_0_13"/>
          <p:cNvGraphicFramePr/>
          <p:nvPr/>
        </p:nvGraphicFramePr>
        <p:xfrm>
          <a:off x="9767125" y="4894593"/>
          <a:ext cx="3000000" cy="3000000"/>
        </p:xfrm>
        <a:graphic>
          <a:graphicData uri="http://schemas.openxmlformats.org/drawingml/2006/table">
            <a:tbl>
              <a:tblPr bandRow="1" firstRow="1">
                <a:noFill/>
                <a:tableStyleId>{437E2623-CDF2-46F0-886F-8780C2CFEFD4}</a:tableStyleId>
              </a:tblPr>
              <a:tblGrid>
                <a:gridCol w="598050"/>
                <a:gridCol w="598050"/>
                <a:gridCol w="598050"/>
              </a:tblGrid>
              <a:tr h="597625">
                <a:tc>
                  <a:txBody>
                    <a:bodyPr/>
                    <a:lstStyle/>
                    <a:p>
                      <a:pPr indent="0" lvl="0" marL="0" marR="12700" rtl="0" algn="ctr">
                        <a:lnSpc>
                          <a:spcPct val="11784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784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1784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73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73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73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615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615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615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39" name="Google Shape;239;g33baac5e167_0_13"/>
          <p:cNvSpPr txBox="1"/>
          <p:nvPr/>
        </p:nvSpPr>
        <p:spPr>
          <a:xfrm>
            <a:off x="8467046" y="5443485"/>
            <a:ext cx="1185300" cy="981900"/>
          </a:xfrm>
          <a:prstGeom prst="rect">
            <a:avLst/>
          </a:prstGeom>
          <a:noFill/>
          <a:ln>
            <a:noFill/>
          </a:ln>
        </p:spPr>
        <p:txBody>
          <a:bodyPr anchorCtr="0" anchor="t" bIns="0" lIns="0" spcFirstLastPara="1" rIns="0" wrap="square" tIns="7300">
            <a:spAutoFit/>
          </a:bodyPr>
          <a:lstStyle/>
          <a:p>
            <a:pPr indent="0" lvl="0" marL="12700" rtl="0" algn="l">
              <a:lnSpc>
                <a:spcPct val="114845"/>
              </a:lnSpc>
              <a:spcBef>
                <a:spcPts val="0"/>
              </a:spcBef>
              <a:spcAft>
                <a:spcPts val="0"/>
              </a:spcAft>
              <a:buNone/>
            </a:pPr>
            <a:r>
              <a:rPr lang="en-US" sz="2900" cap="small">
                <a:solidFill>
                  <a:schemeClr val="dk1"/>
                </a:solidFill>
                <a:latin typeface="Times New Roman"/>
                <a:ea typeface="Times New Roman"/>
                <a:cs typeface="Times New Roman"/>
                <a:sym typeface="Times New Roman"/>
              </a:rPr>
              <a:t>Value:</a:t>
            </a:r>
            <a:endParaRPr sz="2900">
              <a:solidFill>
                <a:schemeClr val="dk1"/>
              </a:solidFill>
              <a:latin typeface="Times New Roman"/>
              <a:ea typeface="Times New Roman"/>
              <a:cs typeface="Times New Roman"/>
              <a:sym typeface="Times New Roman"/>
            </a:endParaRPr>
          </a:p>
          <a:p>
            <a:pPr indent="0" lvl="0" marL="571500" rtl="0" algn="ctr">
              <a:lnSpc>
                <a:spcPct val="114949"/>
              </a:lnSpc>
              <a:spcBef>
                <a:spcPts val="0"/>
              </a:spcBef>
              <a:spcAft>
                <a:spcPts val="0"/>
              </a:spcAft>
              <a:buNone/>
            </a:pPr>
            <a:r>
              <a:rPr lang="en-US" sz="3000">
                <a:solidFill>
                  <a:schemeClr val="dk1"/>
                </a:solidFill>
                <a:latin typeface="Consolas"/>
                <a:ea typeface="Consolas"/>
                <a:cs typeface="Consolas"/>
                <a:sym typeface="Consolas"/>
              </a:rPr>
              <a:t>0</a:t>
            </a:r>
            <a:endParaRPr sz="3000">
              <a:solidFill>
                <a:schemeClr val="dk1"/>
              </a:solidFill>
              <a:latin typeface="Consolas"/>
              <a:ea typeface="Consolas"/>
              <a:cs typeface="Consolas"/>
              <a:sym typeface="Consolas"/>
            </a:endParaRPr>
          </a:p>
        </p:txBody>
      </p:sp>
      <p:sp>
        <p:nvSpPr>
          <p:cNvPr id="240" name="Google Shape;240;g33baac5e167_0_13"/>
          <p:cNvSpPr txBox="1"/>
          <p:nvPr/>
        </p:nvSpPr>
        <p:spPr>
          <a:xfrm>
            <a:off x="2881788" y="5516304"/>
            <a:ext cx="1185300" cy="983700"/>
          </a:xfrm>
          <a:prstGeom prst="rect">
            <a:avLst/>
          </a:prstGeom>
          <a:noFill/>
          <a:ln>
            <a:noFill/>
          </a:ln>
        </p:spPr>
        <p:txBody>
          <a:bodyPr anchorCtr="0" anchor="t" bIns="0" lIns="0" spcFirstLastPara="1" rIns="0" wrap="square" tIns="7300">
            <a:spAutoFit/>
          </a:bodyPr>
          <a:lstStyle/>
          <a:p>
            <a:pPr indent="0" lvl="0" marL="12700" rtl="0" algn="l">
              <a:lnSpc>
                <a:spcPct val="115257"/>
              </a:lnSpc>
              <a:spcBef>
                <a:spcPts val="0"/>
              </a:spcBef>
              <a:spcAft>
                <a:spcPts val="0"/>
              </a:spcAft>
              <a:buNone/>
            </a:pPr>
            <a:r>
              <a:rPr lang="en-US" sz="2900" cap="small">
                <a:solidFill>
                  <a:schemeClr val="dk1"/>
                </a:solidFill>
                <a:latin typeface="Times New Roman"/>
                <a:ea typeface="Times New Roman"/>
                <a:cs typeface="Times New Roman"/>
                <a:sym typeface="Times New Roman"/>
              </a:rPr>
              <a:t>Value:</a:t>
            </a:r>
            <a:endParaRPr sz="2900">
              <a:solidFill>
                <a:schemeClr val="dk1"/>
              </a:solidFill>
              <a:latin typeface="Times New Roman"/>
              <a:ea typeface="Times New Roman"/>
              <a:cs typeface="Times New Roman"/>
              <a:sym typeface="Times New Roman"/>
            </a:endParaRPr>
          </a:p>
          <a:p>
            <a:pPr indent="0" lvl="0" marL="774700" rtl="0" algn="l">
              <a:lnSpc>
                <a:spcPct val="115353"/>
              </a:lnSpc>
              <a:spcBef>
                <a:spcPts val="0"/>
              </a:spcBef>
              <a:spcAft>
                <a:spcPts val="0"/>
              </a:spcAft>
              <a:buNone/>
            </a:pPr>
            <a:r>
              <a:rPr lang="en-US" sz="3000">
                <a:solidFill>
                  <a:schemeClr val="dk1"/>
                </a:solidFill>
                <a:latin typeface="Consolas"/>
                <a:ea typeface="Consolas"/>
                <a:cs typeface="Consolas"/>
                <a:sym typeface="Consolas"/>
              </a:rPr>
              <a:t>1</a:t>
            </a:r>
            <a:endParaRPr sz="3000">
              <a:solidFill>
                <a:schemeClr val="dk1"/>
              </a:solidFill>
              <a:latin typeface="Consolas"/>
              <a:ea typeface="Consolas"/>
              <a:cs typeface="Consolas"/>
              <a:sym typeface="Consolas"/>
            </a:endParaRPr>
          </a:p>
        </p:txBody>
      </p:sp>
      <p:sp>
        <p:nvSpPr>
          <p:cNvPr id="241" name="Google Shape;241;g33baac5e167_0_13"/>
          <p:cNvSpPr txBox="1"/>
          <p:nvPr/>
        </p:nvSpPr>
        <p:spPr>
          <a:xfrm>
            <a:off x="2024298" y="2960080"/>
            <a:ext cx="2031000" cy="983700"/>
          </a:xfrm>
          <a:prstGeom prst="rect">
            <a:avLst/>
          </a:prstGeom>
          <a:noFill/>
          <a:ln>
            <a:noFill/>
          </a:ln>
        </p:spPr>
        <p:txBody>
          <a:bodyPr anchorCtr="0" anchor="t" bIns="0" lIns="0" spcFirstLastPara="1" rIns="0" wrap="square" tIns="7700">
            <a:spAutoFit/>
          </a:bodyPr>
          <a:lstStyle/>
          <a:p>
            <a:pPr indent="0" lvl="0" marL="12700" rtl="0" algn="l">
              <a:lnSpc>
                <a:spcPct val="115157"/>
              </a:lnSpc>
              <a:spcBef>
                <a:spcPts val="0"/>
              </a:spcBef>
              <a:spcAft>
                <a:spcPts val="0"/>
              </a:spcAft>
              <a:buNone/>
            </a:pPr>
            <a:r>
              <a:rPr lang="en-US" sz="2900" cap="small">
                <a:solidFill>
                  <a:schemeClr val="dk1"/>
                </a:solidFill>
                <a:latin typeface="Times New Roman"/>
                <a:ea typeface="Times New Roman"/>
                <a:cs typeface="Times New Roman"/>
                <a:sym typeface="Times New Roman"/>
              </a:rPr>
              <a:t>Max-Value:</a:t>
            </a:r>
            <a:endParaRPr sz="2900">
              <a:solidFill>
                <a:schemeClr val="dk1"/>
              </a:solidFill>
              <a:latin typeface="Times New Roman"/>
              <a:ea typeface="Times New Roman"/>
              <a:cs typeface="Times New Roman"/>
              <a:sym typeface="Times New Roman"/>
            </a:endParaRPr>
          </a:p>
          <a:p>
            <a:pPr indent="0" lvl="0" marL="0" marR="190500" rtl="0" algn="r">
              <a:lnSpc>
                <a:spcPct val="115353"/>
              </a:lnSpc>
              <a:spcBef>
                <a:spcPts val="0"/>
              </a:spcBef>
              <a:spcAft>
                <a:spcPts val="0"/>
              </a:spcAft>
              <a:buNone/>
            </a:pPr>
            <a:r>
              <a:rPr lang="en-US" sz="3000">
                <a:solidFill>
                  <a:schemeClr val="dk1"/>
                </a:solidFill>
                <a:latin typeface="Consolas"/>
                <a:ea typeface="Consolas"/>
                <a:cs typeface="Consolas"/>
                <a:sym typeface="Consolas"/>
              </a:rPr>
              <a:t>1</a:t>
            </a:r>
            <a:endParaRPr sz="3000">
              <a:solidFill>
                <a:schemeClr val="dk1"/>
              </a:solidFill>
              <a:latin typeface="Consolas"/>
              <a:ea typeface="Consolas"/>
              <a:cs typeface="Consolas"/>
              <a:sym typeface="Consolas"/>
            </a:endParaRPr>
          </a:p>
        </p:txBody>
      </p:sp>
      <p:sp>
        <p:nvSpPr>
          <p:cNvPr id="242" name="Google Shape;242;g33baac5e167_0_13"/>
          <p:cNvSpPr txBox="1"/>
          <p:nvPr/>
        </p:nvSpPr>
        <p:spPr>
          <a:xfrm>
            <a:off x="7605948" y="2941032"/>
            <a:ext cx="2031000" cy="987300"/>
          </a:xfrm>
          <a:prstGeom prst="rect">
            <a:avLst/>
          </a:prstGeom>
          <a:noFill/>
          <a:ln>
            <a:noFill/>
          </a:ln>
        </p:spPr>
        <p:txBody>
          <a:bodyPr anchorCtr="0" anchor="t" bIns="0" lIns="0" spcFirstLastPara="1" rIns="0" wrap="square" tIns="7700">
            <a:spAutoFit/>
          </a:bodyPr>
          <a:lstStyle/>
          <a:p>
            <a:pPr indent="0" lvl="0" marL="12700" rtl="0" algn="l">
              <a:lnSpc>
                <a:spcPct val="116000"/>
              </a:lnSpc>
              <a:spcBef>
                <a:spcPts val="0"/>
              </a:spcBef>
              <a:spcAft>
                <a:spcPts val="0"/>
              </a:spcAft>
              <a:buNone/>
            </a:pPr>
            <a:r>
              <a:rPr lang="en-US" sz="2900" cap="small">
                <a:solidFill>
                  <a:schemeClr val="dk1"/>
                </a:solidFill>
                <a:latin typeface="Times New Roman"/>
                <a:ea typeface="Times New Roman"/>
                <a:cs typeface="Times New Roman"/>
                <a:sym typeface="Times New Roman"/>
              </a:rPr>
              <a:t>Max-Value:</a:t>
            </a:r>
            <a:endParaRPr sz="2900">
              <a:solidFill>
                <a:schemeClr val="dk1"/>
              </a:solidFill>
              <a:latin typeface="Times New Roman"/>
              <a:ea typeface="Times New Roman"/>
              <a:cs typeface="Times New Roman"/>
              <a:sym typeface="Times New Roman"/>
            </a:endParaRPr>
          </a:p>
          <a:p>
            <a:pPr indent="0" lvl="0" marL="0" marR="177800" rtl="0" algn="r">
              <a:lnSpc>
                <a:spcPct val="116161"/>
              </a:lnSpc>
              <a:spcBef>
                <a:spcPts val="0"/>
              </a:spcBef>
              <a:spcAft>
                <a:spcPts val="0"/>
              </a:spcAft>
              <a:buNone/>
            </a:pPr>
            <a:r>
              <a:rPr lang="en-US" sz="3000">
                <a:solidFill>
                  <a:schemeClr val="dk1"/>
                </a:solidFill>
                <a:latin typeface="Consolas"/>
                <a:ea typeface="Consolas"/>
                <a:cs typeface="Consolas"/>
                <a:sym typeface="Consolas"/>
              </a:rPr>
              <a:t>0</a:t>
            </a:r>
            <a:endParaRPr sz="3000">
              <a:solidFill>
                <a:schemeClr val="dk1"/>
              </a:solidFill>
              <a:latin typeface="Consolas"/>
              <a:ea typeface="Consolas"/>
              <a:cs typeface="Consolas"/>
              <a:sym typeface="Consolas"/>
            </a:endParaRPr>
          </a:p>
        </p:txBody>
      </p:sp>
      <p:sp>
        <p:nvSpPr>
          <p:cNvPr id="243" name="Google Shape;243;g33baac5e167_0_13"/>
          <p:cNvSpPr txBox="1"/>
          <p:nvPr>
            <p:ph type="title"/>
          </p:nvPr>
        </p:nvSpPr>
        <p:spPr>
          <a:xfrm>
            <a:off x="379648" y="500263"/>
            <a:ext cx="3123300" cy="623100"/>
          </a:xfrm>
          <a:prstGeom prst="rect">
            <a:avLst/>
          </a:prstGeom>
          <a:noFill/>
          <a:ln>
            <a:noFill/>
          </a:ln>
        </p:spPr>
        <p:txBody>
          <a:bodyPr anchorCtr="0" anchor="t" bIns="0" lIns="0" spcFirstLastPara="1" rIns="0" wrap="square" tIns="7300">
            <a:spAutoFit/>
          </a:bodyPr>
          <a:lstStyle/>
          <a:p>
            <a:pPr indent="0" lvl="0" marL="12700" rtl="0" algn="l">
              <a:lnSpc>
                <a:spcPct val="100000"/>
              </a:lnSpc>
              <a:spcBef>
                <a:spcPts val="0"/>
              </a:spcBef>
              <a:spcAft>
                <a:spcPts val="0"/>
              </a:spcAft>
              <a:buNone/>
            </a:pPr>
            <a:r>
              <a:rPr lang="en-US" sz="4000">
                <a:solidFill>
                  <a:schemeClr val="dk1"/>
                </a:solidFill>
                <a:latin typeface="Times New Roman"/>
                <a:ea typeface="Times New Roman"/>
                <a:cs typeface="Times New Roman"/>
                <a:sym typeface="Times New Roman"/>
              </a:rPr>
              <a:t>P</a:t>
            </a:r>
            <a:r>
              <a:rPr lang="en-US" sz="3200">
                <a:solidFill>
                  <a:schemeClr val="dk1"/>
                </a:solidFill>
                <a:latin typeface="Times New Roman"/>
                <a:ea typeface="Times New Roman"/>
                <a:cs typeface="Times New Roman"/>
                <a:sym typeface="Times New Roman"/>
              </a:rPr>
              <a:t>LAYER</a:t>
            </a:r>
            <a:r>
              <a:rPr lang="en-US" sz="4000">
                <a:solidFill>
                  <a:schemeClr val="dk1"/>
                </a:solidFill>
                <a:latin typeface="Times New Roman"/>
                <a:ea typeface="Times New Roman"/>
                <a:cs typeface="Times New Roman"/>
                <a:sym typeface="Times New Roman"/>
              </a:rPr>
              <a:t>(</a:t>
            </a:r>
            <a:r>
              <a:rPr i="1" lang="en-US" sz="4000">
                <a:solidFill>
                  <a:schemeClr val="dk1"/>
                </a:solidFill>
                <a:latin typeface="Times New Roman"/>
                <a:ea typeface="Times New Roman"/>
                <a:cs typeface="Times New Roman"/>
                <a:sym typeface="Times New Roman"/>
              </a:rPr>
              <a:t>s</a:t>
            </a:r>
            <a:r>
              <a:rPr lang="en-US" sz="4000">
                <a:solidFill>
                  <a:schemeClr val="dk1"/>
                </a:solidFill>
                <a:latin typeface="Times New Roman"/>
                <a:ea typeface="Times New Roman"/>
                <a:cs typeface="Times New Roman"/>
                <a:sym typeface="Times New Roman"/>
              </a:rPr>
              <a:t>) = </a:t>
            </a:r>
            <a:r>
              <a:rPr lang="en-US" sz="4000">
                <a:solidFill>
                  <a:schemeClr val="dk1"/>
                </a:solidFill>
                <a:latin typeface="Arial"/>
                <a:ea typeface="Arial"/>
                <a:cs typeface="Arial"/>
                <a:sym typeface="Arial"/>
              </a:rPr>
              <a:t>O</a:t>
            </a:r>
            <a:endParaRPr sz="40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3baac5e167_0_39"/>
          <p:cNvSpPr txBox="1"/>
          <p:nvPr/>
        </p:nvSpPr>
        <p:spPr>
          <a:xfrm>
            <a:off x="424098" y="1325705"/>
            <a:ext cx="3058800" cy="623100"/>
          </a:xfrm>
          <a:prstGeom prst="rect">
            <a:avLst/>
          </a:prstGeom>
          <a:noFill/>
          <a:ln>
            <a:noFill/>
          </a:ln>
        </p:spPr>
        <p:txBody>
          <a:bodyPr anchorCtr="0" anchor="t" bIns="0" lIns="0" spcFirstLastPara="1" rIns="0" wrap="square" tIns="7300">
            <a:spAutoFit/>
          </a:bodyPr>
          <a:lstStyle/>
          <a:p>
            <a:pPr indent="0" lvl="0" marL="12700" rtl="0" algn="l">
              <a:lnSpc>
                <a:spcPct val="100000"/>
              </a:lnSpc>
              <a:spcBef>
                <a:spcPts val="0"/>
              </a:spcBef>
              <a:spcAft>
                <a:spcPts val="0"/>
              </a:spcAft>
              <a:buNone/>
            </a:pPr>
            <a:r>
              <a:rPr lang="en-US" sz="4000">
                <a:solidFill>
                  <a:schemeClr val="dk1"/>
                </a:solidFill>
                <a:latin typeface="Times New Roman"/>
                <a:ea typeface="Times New Roman"/>
                <a:cs typeface="Times New Roman"/>
                <a:sym typeface="Times New Roman"/>
              </a:rPr>
              <a:t>P</a:t>
            </a:r>
            <a:r>
              <a:rPr lang="en-US" sz="3200">
                <a:solidFill>
                  <a:schemeClr val="dk1"/>
                </a:solidFill>
                <a:latin typeface="Times New Roman"/>
                <a:ea typeface="Times New Roman"/>
                <a:cs typeface="Times New Roman"/>
                <a:sym typeface="Times New Roman"/>
              </a:rPr>
              <a:t>LAYER</a:t>
            </a:r>
            <a:r>
              <a:rPr lang="en-US" sz="4000">
                <a:solidFill>
                  <a:schemeClr val="dk1"/>
                </a:solidFill>
                <a:latin typeface="Times New Roman"/>
                <a:ea typeface="Times New Roman"/>
                <a:cs typeface="Times New Roman"/>
                <a:sym typeface="Times New Roman"/>
              </a:rPr>
              <a:t>(</a:t>
            </a:r>
            <a:r>
              <a:rPr i="1" lang="en-US" sz="4000">
                <a:solidFill>
                  <a:schemeClr val="dk1"/>
                </a:solidFill>
                <a:latin typeface="Times New Roman"/>
                <a:ea typeface="Times New Roman"/>
                <a:cs typeface="Times New Roman"/>
                <a:sym typeface="Times New Roman"/>
              </a:rPr>
              <a:t>s</a:t>
            </a:r>
            <a:r>
              <a:rPr lang="en-US" sz="4000">
                <a:solidFill>
                  <a:schemeClr val="dk1"/>
                </a:solidFill>
                <a:latin typeface="Times New Roman"/>
                <a:ea typeface="Times New Roman"/>
                <a:cs typeface="Times New Roman"/>
                <a:sym typeface="Times New Roman"/>
              </a:rPr>
              <a:t>) = </a:t>
            </a:r>
            <a:r>
              <a:rPr lang="en-US" sz="4000">
                <a:solidFill>
                  <a:schemeClr val="dk1"/>
                </a:solidFill>
                <a:latin typeface="Arial"/>
                <a:ea typeface="Arial"/>
                <a:cs typeface="Arial"/>
                <a:sym typeface="Arial"/>
              </a:rPr>
              <a:t>X</a:t>
            </a:r>
            <a:endParaRPr sz="4000">
              <a:solidFill>
                <a:schemeClr val="dk1"/>
              </a:solidFill>
              <a:latin typeface="Arial"/>
              <a:ea typeface="Arial"/>
              <a:cs typeface="Arial"/>
              <a:sym typeface="Arial"/>
            </a:endParaRPr>
          </a:p>
        </p:txBody>
      </p:sp>
      <p:graphicFrame>
        <p:nvGraphicFramePr>
          <p:cNvPr id="249" name="Google Shape;249;g33baac5e167_0_39"/>
          <p:cNvGraphicFramePr/>
          <p:nvPr/>
        </p:nvGraphicFramePr>
        <p:xfrm>
          <a:off x="3098203" y="3057296"/>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1112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077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1077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50800" marR="0" rtl="0" algn="l">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965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965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965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965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965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250" name="Google Shape;250;g33baac5e167_0_39"/>
          <p:cNvGrpSpPr/>
          <p:nvPr/>
        </p:nvGrpSpPr>
        <p:grpSpPr>
          <a:xfrm>
            <a:off x="2202117" y="3791236"/>
            <a:ext cx="788100" cy="357270"/>
            <a:chOff x="3631460" y="6252039"/>
            <a:chExt cx="1299638" cy="589166"/>
          </a:xfrm>
        </p:grpSpPr>
        <p:sp>
          <p:nvSpPr>
            <p:cNvPr id="251" name="Google Shape;251;g33baac5e167_0_39"/>
            <p:cNvSpPr/>
            <p:nvPr/>
          </p:nvSpPr>
          <p:spPr>
            <a:xfrm>
              <a:off x="3802703" y="6252039"/>
              <a:ext cx="1128395" cy="502284"/>
            </a:xfrm>
            <a:custGeom>
              <a:rect b="b" l="l" r="r" t="t"/>
              <a:pathLst>
                <a:path extrusionOk="0" h="502284" w="1128395">
                  <a:moveTo>
                    <a:pt x="1127825" y="0"/>
                  </a:moveTo>
                  <a:lnTo>
                    <a:pt x="23916" y="491167"/>
                  </a:lnTo>
                  <a:lnTo>
                    <a:pt x="0" y="50180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52" name="Google Shape;252;g33baac5e167_0_39"/>
            <p:cNvSpPr/>
            <p:nvPr/>
          </p:nvSpPr>
          <p:spPr>
            <a:xfrm>
              <a:off x="3631460" y="6645626"/>
              <a:ext cx="238760" cy="195579"/>
            </a:xfrm>
            <a:custGeom>
              <a:rect b="b" l="l" r="r" t="t"/>
              <a:pathLst>
                <a:path extrusionOk="0" h="195579" w="238760">
                  <a:moveTo>
                    <a:pt x="151743" y="0"/>
                  </a:moveTo>
                  <a:lnTo>
                    <a:pt x="0" y="184413"/>
                  </a:lnTo>
                  <a:lnTo>
                    <a:pt x="238577" y="195159"/>
                  </a:lnTo>
                  <a:lnTo>
                    <a:pt x="151743"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53" name="Google Shape;253;g33baac5e167_0_39"/>
          <p:cNvGraphicFramePr/>
          <p:nvPr/>
        </p:nvGraphicFramePr>
        <p:xfrm>
          <a:off x="1651191" y="4229374"/>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11125">
                <a:tc>
                  <a:txBody>
                    <a:bodyPr/>
                    <a:lstStyle/>
                    <a:p>
                      <a:pPr indent="0" lvl="0" marL="50800" marR="0" rtl="0" algn="l">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1347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347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1347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50800" marR="0" rtl="0" algn="l">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254" name="Google Shape;254;g33baac5e167_0_39"/>
          <p:cNvGraphicFramePr/>
          <p:nvPr/>
        </p:nvGraphicFramePr>
        <p:xfrm>
          <a:off x="4512880" y="4229374"/>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1112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347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1347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0" marR="1270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0" marR="1270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55" name="Google Shape;255;g33baac5e167_0_39"/>
          <p:cNvSpPr txBox="1"/>
          <p:nvPr/>
        </p:nvSpPr>
        <p:spPr>
          <a:xfrm>
            <a:off x="1929048" y="3127709"/>
            <a:ext cx="946500" cy="485700"/>
          </a:xfrm>
          <a:prstGeom prst="rect">
            <a:avLst/>
          </a:prstGeom>
          <a:noFill/>
          <a:ln>
            <a:noFill/>
          </a:ln>
        </p:spPr>
        <p:txBody>
          <a:bodyPr anchorCtr="0" anchor="t" bIns="0" lIns="0" spcFirstLastPara="1" rIns="0" wrap="square" tIns="9625">
            <a:spAutoFit/>
          </a:bodyPr>
          <a:lstStyle/>
          <a:p>
            <a:pPr indent="0" lvl="0" marL="12700" rtl="0" algn="l">
              <a:lnSpc>
                <a:spcPct val="113695"/>
              </a:lnSpc>
              <a:spcBef>
                <a:spcPts val="0"/>
              </a:spcBef>
              <a:spcAft>
                <a:spcPts val="0"/>
              </a:spcAft>
              <a:buNone/>
            </a:pPr>
            <a:r>
              <a:rPr lang="en-US" sz="1400" cap="small">
                <a:solidFill>
                  <a:schemeClr val="dk1"/>
                </a:solidFill>
                <a:latin typeface="Times New Roman"/>
                <a:ea typeface="Times New Roman"/>
                <a:cs typeface="Times New Roman"/>
                <a:sym typeface="Times New Roman"/>
              </a:rPr>
              <a:t>Min-Value:</a:t>
            </a:r>
            <a:endParaRPr sz="1400">
              <a:solidFill>
                <a:schemeClr val="dk1"/>
              </a:solidFill>
              <a:latin typeface="Times New Roman"/>
              <a:ea typeface="Times New Roman"/>
              <a:cs typeface="Times New Roman"/>
              <a:sym typeface="Times New Roman"/>
            </a:endParaRPr>
          </a:p>
          <a:p>
            <a:pPr indent="0" lvl="0" marL="0" marR="12700" rtl="0" algn="r">
              <a:lnSpc>
                <a:spcPct val="114313"/>
              </a:lnSpc>
              <a:spcBef>
                <a:spcPts val="0"/>
              </a:spcBef>
              <a:spcAft>
                <a:spcPts val="0"/>
              </a:spcAft>
              <a:buNone/>
            </a:pPr>
            <a:r>
              <a:rPr lang="en-US" sz="1500">
                <a:solidFill>
                  <a:schemeClr val="dk1"/>
                </a:solidFill>
                <a:latin typeface="Consolas"/>
                <a:ea typeface="Consolas"/>
                <a:cs typeface="Consolas"/>
                <a:sym typeface="Consolas"/>
              </a:rPr>
              <a:t>0</a:t>
            </a:r>
            <a:endParaRPr sz="1500">
              <a:solidFill>
                <a:schemeClr val="dk1"/>
              </a:solidFill>
              <a:latin typeface="Consolas"/>
              <a:ea typeface="Consolas"/>
              <a:cs typeface="Consolas"/>
              <a:sym typeface="Consolas"/>
            </a:endParaRPr>
          </a:p>
        </p:txBody>
      </p:sp>
      <p:grpSp>
        <p:nvGrpSpPr>
          <p:cNvPr id="256" name="Google Shape;256;g33baac5e167_0_39"/>
          <p:cNvGrpSpPr/>
          <p:nvPr/>
        </p:nvGrpSpPr>
        <p:grpSpPr>
          <a:xfrm>
            <a:off x="4138097" y="3791236"/>
            <a:ext cx="787866" cy="357270"/>
            <a:chOff x="6824039" y="6252039"/>
            <a:chExt cx="1299251" cy="589166"/>
          </a:xfrm>
        </p:grpSpPr>
        <p:sp>
          <p:nvSpPr>
            <p:cNvPr id="257" name="Google Shape;257;g33baac5e167_0_39"/>
            <p:cNvSpPr/>
            <p:nvPr/>
          </p:nvSpPr>
          <p:spPr>
            <a:xfrm>
              <a:off x="6824039" y="6252039"/>
              <a:ext cx="1128395" cy="502284"/>
            </a:xfrm>
            <a:custGeom>
              <a:rect b="b" l="l" r="r" t="t"/>
              <a:pathLst>
                <a:path extrusionOk="0" h="502284" w="1128395">
                  <a:moveTo>
                    <a:pt x="0" y="0"/>
                  </a:moveTo>
                  <a:lnTo>
                    <a:pt x="1103908" y="491167"/>
                  </a:lnTo>
                  <a:lnTo>
                    <a:pt x="1127825" y="50180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58" name="Google Shape;258;g33baac5e167_0_39"/>
            <p:cNvSpPr/>
            <p:nvPr/>
          </p:nvSpPr>
          <p:spPr>
            <a:xfrm>
              <a:off x="7884531" y="6645626"/>
              <a:ext cx="238759" cy="195579"/>
            </a:xfrm>
            <a:custGeom>
              <a:rect b="b" l="l" r="r" t="t"/>
              <a:pathLst>
                <a:path extrusionOk="0" h="195579" w="238759">
                  <a:moveTo>
                    <a:pt x="86834" y="0"/>
                  </a:moveTo>
                  <a:lnTo>
                    <a:pt x="0" y="195159"/>
                  </a:lnTo>
                  <a:lnTo>
                    <a:pt x="238577" y="184413"/>
                  </a:lnTo>
                  <a:lnTo>
                    <a:pt x="86834"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pSp>
        <p:nvGrpSpPr>
          <p:cNvPr id="259" name="Google Shape;259;g33baac5e167_0_39"/>
          <p:cNvGrpSpPr/>
          <p:nvPr/>
        </p:nvGrpSpPr>
        <p:grpSpPr>
          <a:xfrm>
            <a:off x="2052311" y="5245621"/>
            <a:ext cx="129767" cy="182965"/>
            <a:chOff x="3384418" y="8650431"/>
            <a:chExt cx="213995" cy="301724"/>
          </a:xfrm>
        </p:grpSpPr>
        <p:sp>
          <p:nvSpPr>
            <p:cNvPr id="260" name="Google Shape;260;g33baac5e167_0_39"/>
            <p:cNvSpPr/>
            <p:nvPr/>
          </p:nvSpPr>
          <p:spPr>
            <a:xfrm>
              <a:off x="3491221" y="8650431"/>
              <a:ext cx="0" cy="114300"/>
            </a:xfrm>
            <a:custGeom>
              <a:rect b="b" l="l" r="r" t="t"/>
              <a:pathLst>
                <a:path extrusionOk="0" h="114300" w="120000">
                  <a:moveTo>
                    <a:pt x="0" y="0"/>
                  </a:moveTo>
                  <a:lnTo>
                    <a:pt x="0" y="87728"/>
                  </a:lnTo>
                  <a:lnTo>
                    <a:pt x="0" y="113906"/>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61" name="Google Shape;261;g33baac5e167_0_39"/>
            <p:cNvSpPr/>
            <p:nvPr/>
          </p:nvSpPr>
          <p:spPr>
            <a:xfrm>
              <a:off x="3384418" y="8738160"/>
              <a:ext cx="213995" cy="213995"/>
            </a:xfrm>
            <a:custGeom>
              <a:rect b="b" l="l" r="r" t="t"/>
              <a:pathLst>
                <a:path extrusionOk="0" h="213995" w="213995">
                  <a:moveTo>
                    <a:pt x="213606" y="0"/>
                  </a:moveTo>
                  <a:lnTo>
                    <a:pt x="0" y="0"/>
                  </a:lnTo>
                  <a:lnTo>
                    <a:pt x="106803" y="213606"/>
                  </a:lnTo>
                  <a:lnTo>
                    <a:pt x="213606"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62" name="Google Shape;262;g33baac5e167_0_39"/>
          <p:cNvGraphicFramePr/>
          <p:nvPr/>
        </p:nvGraphicFramePr>
        <p:xfrm>
          <a:off x="1651191" y="5465113"/>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09200">
                <a:tc>
                  <a:txBody>
                    <a:bodyPr/>
                    <a:lstStyle/>
                    <a:p>
                      <a:pPr indent="0" lvl="0" marL="50800" marR="0" rtl="0" algn="l">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96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96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solidFill>
                      <a:srgbClr val="1DB100"/>
                    </a:solidFill>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96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09200">
                <a:tc>
                  <a:txBody>
                    <a:bodyPr/>
                    <a:lstStyle/>
                    <a:p>
                      <a:pPr indent="0" lvl="0" marL="50800" marR="0" rtl="0" algn="l">
                        <a:lnSpc>
                          <a:spcPct val="119491"/>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300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9491"/>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300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solidFill>
                      <a:srgbClr val="1DB100"/>
                    </a:solidFill>
                  </a:tcPr>
                </a:tc>
                <a:tc>
                  <a:txBody>
                    <a:bodyPr/>
                    <a:lstStyle/>
                    <a:p>
                      <a:pPr indent="0" lvl="0" marL="25400" marR="0" rtl="0" algn="ctr">
                        <a:lnSpc>
                          <a:spcPct val="119491"/>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300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09200">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4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4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DB100"/>
                    </a:solidFill>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4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263" name="Google Shape;263;g33baac5e167_0_39"/>
          <p:cNvGrpSpPr/>
          <p:nvPr/>
        </p:nvGrpSpPr>
        <p:grpSpPr>
          <a:xfrm>
            <a:off x="4913795" y="5245621"/>
            <a:ext cx="129767" cy="182965"/>
            <a:chOff x="8103224" y="8650431"/>
            <a:chExt cx="213995" cy="301724"/>
          </a:xfrm>
        </p:grpSpPr>
        <p:sp>
          <p:nvSpPr>
            <p:cNvPr id="264" name="Google Shape;264;g33baac5e167_0_39"/>
            <p:cNvSpPr/>
            <p:nvPr/>
          </p:nvSpPr>
          <p:spPr>
            <a:xfrm>
              <a:off x="8210027" y="8650431"/>
              <a:ext cx="0" cy="114300"/>
            </a:xfrm>
            <a:custGeom>
              <a:rect b="b" l="l" r="r" t="t"/>
              <a:pathLst>
                <a:path extrusionOk="0" h="114300" w="120000">
                  <a:moveTo>
                    <a:pt x="0" y="0"/>
                  </a:moveTo>
                  <a:lnTo>
                    <a:pt x="0" y="87728"/>
                  </a:lnTo>
                  <a:lnTo>
                    <a:pt x="0" y="113906"/>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65" name="Google Shape;265;g33baac5e167_0_39"/>
            <p:cNvSpPr/>
            <p:nvPr/>
          </p:nvSpPr>
          <p:spPr>
            <a:xfrm>
              <a:off x="8103224" y="8738160"/>
              <a:ext cx="213995" cy="213995"/>
            </a:xfrm>
            <a:custGeom>
              <a:rect b="b" l="l" r="r" t="t"/>
              <a:pathLst>
                <a:path extrusionOk="0" h="213995" w="213995">
                  <a:moveTo>
                    <a:pt x="213606" y="0"/>
                  </a:moveTo>
                  <a:lnTo>
                    <a:pt x="0" y="0"/>
                  </a:lnTo>
                  <a:lnTo>
                    <a:pt x="106803" y="213606"/>
                  </a:lnTo>
                  <a:lnTo>
                    <a:pt x="213606"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66" name="Google Shape;266;g33baac5e167_0_39"/>
          <p:cNvGraphicFramePr/>
          <p:nvPr/>
        </p:nvGraphicFramePr>
        <p:xfrm>
          <a:off x="4512880" y="5465113"/>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09200">
                <a:tc>
                  <a:txBody>
                    <a:bodyPr/>
                    <a:lstStyle/>
                    <a:p>
                      <a:pPr indent="0" lvl="0" marL="0" marR="1270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96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96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96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09200">
                <a:tc>
                  <a:txBody>
                    <a:bodyPr/>
                    <a:lstStyle/>
                    <a:p>
                      <a:pPr indent="0" lvl="0" marL="0" marR="12700" rtl="0" algn="ctr">
                        <a:lnSpc>
                          <a:spcPct val="119491"/>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300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9491"/>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300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19491"/>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300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09200">
                <a:tc>
                  <a:txBody>
                    <a:bodyPr/>
                    <a:lstStyle/>
                    <a:p>
                      <a:pPr indent="0" lvl="0" marL="0" marR="1270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4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4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4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67" name="Google Shape;267;g33baac5e167_0_39"/>
          <p:cNvSpPr txBox="1"/>
          <p:nvPr/>
        </p:nvSpPr>
        <p:spPr>
          <a:xfrm>
            <a:off x="3868254" y="5756460"/>
            <a:ext cx="576600" cy="489300"/>
          </a:xfrm>
          <a:prstGeom prst="rect">
            <a:avLst/>
          </a:prstGeom>
          <a:noFill/>
          <a:ln>
            <a:noFill/>
          </a:ln>
        </p:spPr>
        <p:txBody>
          <a:bodyPr anchorCtr="0" anchor="t" bIns="0" lIns="0" spcFirstLastPara="1" rIns="0" wrap="square" tIns="9625">
            <a:spAutoFit/>
          </a:bodyPr>
          <a:lstStyle/>
          <a:p>
            <a:pPr indent="0" lvl="0" marL="12700" rtl="0" algn="l">
              <a:lnSpc>
                <a:spcPct val="115434"/>
              </a:lnSpc>
              <a:spcBef>
                <a:spcPts val="0"/>
              </a:spcBef>
              <a:spcAft>
                <a:spcPts val="0"/>
              </a:spcAft>
              <a:buNone/>
            </a:pPr>
            <a:r>
              <a:rPr lang="en-US" sz="1400" cap="small">
                <a:solidFill>
                  <a:schemeClr val="dk1"/>
                </a:solidFill>
                <a:latin typeface="Times New Roman"/>
                <a:ea typeface="Times New Roman"/>
                <a:cs typeface="Times New Roman"/>
                <a:sym typeface="Times New Roman"/>
              </a:rPr>
              <a:t>Value:</a:t>
            </a:r>
            <a:endParaRPr sz="1400">
              <a:solidFill>
                <a:schemeClr val="dk1"/>
              </a:solidFill>
              <a:latin typeface="Times New Roman"/>
              <a:ea typeface="Times New Roman"/>
              <a:cs typeface="Times New Roman"/>
              <a:sym typeface="Times New Roman"/>
            </a:endParaRPr>
          </a:p>
          <a:p>
            <a:pPr indent="0" lvl="0" marL="368300" rtl="0" algn="l">
              <a:lnSpc>
                <a:spcPct val="115882"/>
              </a:lnSpc>
              <a:spcBef>
                <a:spcPts val="0"/>
              </a:spcBef>
              <a:spcAft>
                <a:spcPts val="0"/>
              </a:spcAft>
              <a:buNone/>
            </a:pPr>
            <a:r>
              <a:rPr lang="en-US" sz="1500">
                <a:solidFill>
                  <a:schemeClr val="dk1"/>
                </a:solidFill>
                <a:latin typeface="Consolas"/>
                <a:ea typeface="Consolas"/>
                <a:cs typeface="Consolas"/>
                <a:sym typeface="Consolas"/>
              </a:rPr>
              <a:t>0</a:t>
            </a:r>
            <a:endParaRPr sz="1500">
              <a:solidFill>
                <a:schemeClr val="dk1"/>
              </a:solidFill>
              <a:latin typeface="Consolas"/>
              <a:ea typeface="Consolas"/>
              <a:cs typeface="Consolas"/>
              <a:sym typeface="Consolas"/>
            </a:endParaRPr>
          </a:p>
        </p:txBody>
      </p:sp>
      <p:sp>
        <p:nvSpPr>
          <p:cNvPr id="268" name="Google Shape;268;g33baac5e167_0_39"/>
          <p:cNvSpPr txBox="1"/>
          <p:nvPr/>
        </p:nvSpPr>
        <p:spPr>
          <a:xfrm>
            <a:off x="966146" y="5794297"/>
            <a:ext cx="576600" cy="489900"/>
          </a:xfrm>
          <a:prstGeom prst="rect">
            <a:avLst/>
          </a:prstGeom>
          <a:noFill/>
          <a:ln>
            <a:noFill/>
          </a:ln>
        </p:spPr>
        <p:txBody>
          <a:bodyPr anchorCtr="0" anchor="t" bIns="0" lIns="0" spcFirstLastPara="1" rIns="0" wrap="square" tIns="9625">
            <a:spAutoFit/>
          </a:bodyPr>
          <a:lstStyle/>
          <a:p>
            <a:pPr indent="0" lvl="0" marL="12700" rtl="0" algn="l">
              <a:lnSpc>
                <a:spcPct val="115652"/>
              </a:lnSpc>
              <a:spcBef>
                <a:spcPts val="0"/>
              </a:spcBef>
              <a:spcAft>
                <a:spcPts val="0"/>
              </a:spcAft>
              <a:buNone/>
            </a:pPr>
            <a:r>
              <a:rPr lang="en-US" sz="1400" cap="small">
                <a:solidFill>
                  <a:schemeClr val="dk1"/>
                </a:solidFill>
                <a:latin typeface="Times New Roman"/>
                <a:ea typeface="Times New Roman"/>
                <a:cs typeface="Times New Roman"/>
                <a:sym typeface="Times New Roman"/>
              </a:rPr>
              <a:t>Value:</a:t>
            </a:r>
            <a:endParaRPr sz="1400">
              <a:solidFill>
                <a:schemeClr val="dk1"/>
              </a:solidFill>
              <a:latin typeface="Times New Roman"/>
              <a:ea typeface="Times New Roman"/>
              <a:cs typeface="Times New Roman"/>
              <a:sym typeface="Times New Roman"/>
            </a:endParaRPr>
          </a:p>
          <a:p>
            <a:pPr indent="0" lvl="0" marL="368300" rtl="0" algn="l">
              <a:lnSpc>
                <a:spcPct val="116078"/>
              </a:lnSpc>
              <a:spcBef>
                <a:spcPts val="0"/>
              </a:spcBef>
              <a:spcAft>
                <a:spcPts val="0"/>
              </a:spcAft>
              <a:buNone/>
            </a:pPr>
            <a:r>
              <a:rPr lang="en-US" sz="1500">
                <a:solidFill>
                  <a:schemeClr val="dk1"/>
                </a:solidFill>
                <a:latin typeface="Consolas"/>
                <a:ea typeface="Consolas"/>
                <a:cs typeface="Consolas"/>
                <a:sym typeface="Consolas"/>
              </a:rPr>
              <a:t>1</a:t>
            </a:r>
            <a:endParaRPr sz="1500">
              <a:solidFill>
                <a:schemeClr val="dk1"/>
              </a:solidFill>
              <a:latin typeface="Consolas"/>
              <a:ea typeface="Consolas"/>
              <a:cs typeface="Consolas"/>
              <a:sym typeface="Consolas"/>
            </a:endParaRPr>
          </a:p>
        </p:txBody>
      </p:sp>
      <p:sp>
        <p:nvSpPr>
          <p:cNvPr id="269" name="Google Shape;269;g33baac5e167_0_39"/>
          <p:cNvSpPr txBox="1"/>
          <p:nvPr/>
        </p:nvSpPr>
        <p:spPr>
          <a:xfrm>
            <a:off x="493948" y="4461115"/>
            <a:ext cx="1002600" cy="489300"/>
          </a:xfrm>
          <a:prstGeom prst="rect">
            <a:avLst/>
          </a:prstGeom>
          <a:noFill/>
          <a:ln>
            <a:noFill/>
          </a:ln>
        </p:spPr>
        <p:txBody>
          <a:bodyPr anchorCtr="0" anchor="t" bIns="0" lIns="0" spcFirstLastPara="1" rIns="0" wrap="square" tIns="9625">
            <a:spAutoFit/>
          </a:bodyPr>
          <a:lstStyle/>
          <a:p>
            <a:pPr indent="0" lvl="0" marL="12700" rtl="0" algn="l">
              <a:lnSpc>
                <a:spcPct val="115434"/>
              </a:lnSpc>
              <a:spcBef>
                <a:spcPts val="0"/>
              </a:spcBef>
              <a:spcAft>
                <a:spcPts val="0"/>
              </a:spcAft>
              <a:buNone/>
            </a:pPr>
            <a:r>
              <a:rPr lang="en-US" sz="1400" cap="small">
                <a:solidFill>
                  <a:schemeClr val="dk1"/>
                </a:solidFill>
                <a:latin typeface="Times New Roman"/>
                <a:ea typeface="Times New Roman"/>
                <a:cs typeface="Times New Roman"/>
                <a:sym typeface="Times New Roman"/>
              </a:rPr>
              <a:t>Max-Value:</a:t>
            </a:r>
            <a:endParaRPr sz="1400">
              <a:solidFill>
                <a:schemeClr val="dk1"/>
              </a:solidFill>
              <a:latin typeface="Times New Roman"/>
              <a:ea typeface="Times New Roman"/>
              <a:cs typeface="Times New Roman"/>
              <a:sym typeface="Times New Roman"/>
            </a:endParaRPr>
          </a:p>
          <a:p>
            <a:pPr indent="0" lvl="0" marL="0" marR="50800" rtl="0" algn="r">
              <a:lnSpc>
                <a:spcPct val="115882"/>
              </a:lnSpc>
              <a:spcBef>
                <a:spcPts val="0"/>
              </a:spcBef>
              <a:spcAft>
                <a:spcPts val="0"/>
              </a:spcAft>
              <a:buNone/>
            </a:pPr>
            <a:r>
              <a:rPr lang="en-US" sz="1500">
                <a:solidFill>
                  <a:schemeClr val="dk1"/>
                </a:solidFill>
                <a:latin typeface="Consolas"/>
                <a:ea typeface="Consolas"/>
                <a:cs typeface="Consolas"/>
                <a:sym typeface="Consolas"/>
              </a:rPr>
              <a:t>1</a:t>
            </a:r>
            <a:endParaRPr sz="1500">
              <a:solidFill>
                <a:schemeClr val="dk1"/>
              </a:solidFill>
              <a:latin typeface="Consolas"/>
              <a:ea typeface="Consolas"/>
              <a:cs typeface="Consolas"/>
              <a:sym typeface="Consolas"/>
            </a:endParaRPr>
          </a:p>
        </p:txBody>
      </p:sp>
      <p:sp>
        <p:nvSpPr>
          <p:cNvPr id="270" name="Google Shape;270;g33baac5e167_0_39"/>
          <p:cNvSpPr txBox="1"/>
          <p:nvPr/>
        </p:nvSpPr>
        <p:spPr>
          <a:xfrm>
            <a:off x="3395898" y="4454765"/>
            <a:ext cx="1002600" cy="489300"/>
          </a:xfrm>
          <a:prstGeom prst="rect">
            <a:avLst/>
          </a:prstGeom>
          <a:noFill/>
          <a:ln>
            <a:noFill/>
          </a:ln>
        </p:spPr>
        <p:txBody>
          <a:bodyPr anchorCtr="0" anchor="t" bIns="0" lIns="0" spcFirstLastPara="1" rIns="0" wrap="square" tIns="9625">
            <a:spAutoFit/>
          </a:bodyPr>
          <a:lstStyle/>
          <a:p>
            <a:pPr indent="0" lvl="0" marL="12700" rtl="0" algn="l">
              <a:lnSpc>
                <a:spcPct val="115434"/>
              </a:lnSpc>
              <a:spcBef>
                <a:spcPts val="0"/>
              </a:spcBef>
              <a:spcAft>
                <a:spcPts val="0"/>
              </a:spcAft>
              <a:buNone/>
            </a:pPr>
            <a:r>
              <a:rPr lang="en-US" sz="1400" cap="small">
                <a:solidFill>
                  <a:schemeClr val="dk1"/>
                </a:solidFill>
                <a:latin typeface="Times New Roman"/>
                <a:ea typeface="Times New Roman"/>
                <a:cs typeface="Times New Roman"/>
                <a:sym typeface="Times New Roman"/>
              </a:rPr>
              <a:t>Max-Value:</a:t>
            </a:r>
            <a:endParaRPr sz="1400">
              <a:solidFill>
                <a:schemeClr val="dk1"/>
              </a:solidFill>
              <a:latin typeface="Times New Roman"/>
              <a:ea typeface="Times New Roman"/>
              <a:cs typeface="Times New Roman"/>
              <a:sym typeface="Times New Roman"/>
            </a:endParaRPr>
          </a:p>
          <a:p>
            <a:pPr indent="0" lvl="0" marL="0" marR="50800" rtl="0" algn="r">
              <a:lnSpc>
                <a:spcPct val="115882"/>
              </a:lnSpc>
              <a:spcBef>
                <a:spcPts val="0"/>
              </a:spcBef>
              <a:spcAft>
                <a:spcPts val="0"/>
              </a:spcAft>
              <a:buNone/>
            </a:pPr>
            <a:r>
              <a:rPr lang="en-US" sz="1500">
                <a:solidFill>
                  <a:schemeClr val="dk1"/>
                </a:solidFill>
                <a:latin typeface="Consolas"/>
                <a:ea typeface="Consolas"/>
                <a:cs typeface="Consolas"/>
                <a:sym typeface="Consolas"/>
              </a:rPr>
              <a:t>0</a:t>
            </a:r>
            <a:endParaRPr sz="1500">
              <a:solidFill>
                <a:schemeClr val="dk1"/>
              </a:solidFill>
              <a:latin typeface="Consolas"/>
              <a:ea typeface="Consolas"/>
              <a:cs typeface="Consolas"/>
              <a:sym typeface="Consolas"/>
            </a:endParaRPr>
          </a:p>
        </p:txBody>
      </p:sp>
      <p:graphicFrame>
        <p:nvGraphicFramePr>
          <p:cNvPr id="271" name="Google Shape;271;g33baac5e167_0_39"/>
          <p:cNvGraphicFramePr/>
          <p:nvPr/>
        </p:nvGraphicFramePr>
        <p:xfrm>
          <a:off x="5645150" y="584159"/>
          <a:ext cx="3000000" cy="3000000"/>
        </p:xfrm>
        <a:graphic>
          <a:graphicData uri="http://schemas.openxmlformats.org/drawingml/2006/table">
            <a:tbl>
              <a:tblPr bandRow="1" firstRow="1">
                <a:noFill/>
                <a:tableStyleId>{437E2623-CDF2-46F0-886F-8780C2CFEFD4}</a:tableStyleId>
              </a:tblPr>
              <a:tblGrid>
                <a:gridCol w="598050"/>
                <a:gridCol w="598050"/>
                <a:gridCol w="598050"/>
              </a:tblGrid>
              <a:tr h="59762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76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176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655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655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597625">
                <a:tc>
                  <a:txBody>
                    <a:bodyPr/>
                    <a:lstStyle/>
                    <a:p>
                      <a:pPr indent="0" lvl="0" marL="0" marR="12700" rtl="0" algn="ctr">
                        <a:lnSpc>
                          <a:spcPct val="100000"/>
                        </a:lnSpc>
                        <a:spcBef>
                          <a:spcPts val="0"/>
                        </a:spcBef>
                        <a:spcAft>
                          <a:spcPts val="0"/>
                        </a:spcAft>
                        <a:buNone/>
                      </a:pPr>
                      <a:r>
                        <a:rPr b="1" lang="en-US" sz="3800" u="none" cap="none" strike="noStrike">
                          <a:latin typeface="Tahoma"/>
                          <a:ea typeface="Tahoma"/>
                          <a:cs typeface="Tahoma"/>
                          <a:sym typeface="Tahoma"/>
                        </a:rPr>
                        <a:t>X</a:t>
                      </a:r>
                      <a:endParaRPr sz="3800" u="none" cap="none" strike="noStrike">
                        <a:latin typeface="Tahoma"/>
                        <a:ea typeface="Tahoma"/>
                        <a:cs typeface="Tahoma"/>
                        <a:sym typeface="Tahoma"/>
                      </a:endParaRPr>
                    </a:p>
                  </a:txBody>
                  <a:tcPr marT="54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3800" u="none" cap="none" strike="noStrike">
                          <a:latin typeface="Tahoma"/>
                          <a:ea typeface="Tahoma"/>
                          <a:cs typeface="Tahoma"/>
                          <a:sym typeface="Tahoma"/>
                        </a:rPr>
                        <a:t>O</a:t>
                      </a:r>
                      <a:endParaRPr sz="3800" u="none" cap="none" strike="noStrike">
                        <a:latin typeface="Tahoma"/>
                        <a:ea typeface="Tahoma"/>
                        <a:cs typeface="Tahoma"/>
                        <a:sym typeface="Tahoma"/>
                      </a:endParaRPr>
                    </a:p>
                  </a:txBody>
                  <a:tcPr marT="54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272" name="Google Shape;272;g33baac5e167_0_39"/>
          <p:cNvGrpSpPr/>
          <p:nvPr/>
        </p:nvGrpSpPr>
        <p:grpSpPr>
          <a:xfrm>
            <a:off x="3639742" y="1854848"/>
            <a:ext cx="1824378" cy="1131473"/>
            <a:chOff x="6002213" y="3058787"/>
            <a:chExt cx="3008539" cy="1865886"/>
          </a:xfrm>
        </p:grpSpPr>
        <p:sp>
          <p:nvSpPr>
            <p:cNvPr id="273" name="Google Shape;273;g33baac5e167_0_39"/>
            <p:cNvSpPr/>
            <p:nvPr/>
          </p:nvSpPr>
          <p:spPr>
            <a:xfrm>
              <a:off x="6161507" y="3058787"/>
              <a:ext cx="2849245" cy="1767204"/>
            </a:xfrm>
            <a:custGeom>
              <a:rect b="b" l="l" r="r" t="t"/>
              <a:pathLst>
                <a:path extrusionOk="0" h="1767204" w="2849245">
                  <a:moveTo>
                    <a:pt x="2849204" y="0"/>
                  </a:moveTo>
                  <a:lnTo>
                    <a:pt x="22247" y="1752821"/>
                  </a:lnTo>
                  <a:lnTo>
                    <a:pt x="0" y="176661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74" name="Google Shape;274;g33baac5e167_0_39"/>
            <p:cNvSpPr/>
            <p:nvPr/>
          </p:nvSpPr>
          <p:spPr>
            <a:xfrm>
              <a:off x="6002213" y="4720838"/>
              <a:ext cx="238125" cy="203835"/>
            </a:xfrm>
            <a:custGeom>
              <a:rect b="b" l="l" r="r" t="t"/>
              <a:pathLst>
                <a:path extrusionOk="0" h="203835" w="238125">
                  <a:moveTo>
                    <a:pt x="125260" y="0"/>
                  </a:moveTo>
                  <a:lnTo>
                    <a:pt x="0" y="203333"/>
                  </a:lnTo>
                  <a:lnTo>
                    <a:pt x="237823" y="181541"/>
                  </a:lnTo>
                  <a:lnTo>
                    <a:pt x="125260"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75" name="Google Shape;275;g33baac5e167_0_39"/>
          <p:cNvGraphicFramePr/>
          <p:nvPr/>
        </p:nvGraphicFramePr>
        <p:xfrm>
          <a:off x="8216721" y="3057296"/>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077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077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1077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50800" marR="0" rtl="0" algn="l">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965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965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965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965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276" name="Google Shape;276;g33baac5e167_0_39"/>
          <p:cNvGrpSpPr/>
          <p:nvPr/>
        </p:nvGrpSpPr>
        <p:grpSpPr>
          <a:xfrm>
            <a:off x="7320269" y="3791236"/>
            <a:ext cx="788100" cy="357271"/>
            <a:chOff x="12071684" y="6252039"/>
            <a:chExt cx="1299638" cy="589167"/>
          </a:xfrm>
        </p:grpSpPr>
        <p:sp>
          <p:nvSpPr>
            <p:cNvPr id="277" name="Google Shape;277;g33baac5e167_0_39"/>
            <p:cNvSpPr/>
            <p:nvPr/>
          </p:nvSpPr>
          <p:spPr>
            <a:xfrm>
              <a:off x="12242928" y="6252039"/>
              <a:ext cx="1128394" cy="502284"/>
            </a:xfrm>
            <a:custGeom>
              <a:rect b="b" l="l" r="r" t="t"/>
              <a:pathLst>
                <a:path extrusionOk="0" h="502284" w="1128394">
                  <a:moveTo>
                    <a:pt x="1127825" y="0"/>
                  </a:moveTo>
                  <a:lnTo>
                    <a:pt x="23916" y="491167"/>
                  </a:lnTo>
                  <a:lnTo>
                    <a:pt x="0" y="50180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78" name="Google Shape;278;g33baac5e167_0_39"/>
            <p:cNvSpPr/>
            <p:nvPr/>
          </p:nvSpPr>
          <p:spPr>
            <a:xfrm>
              <a:off x="12071684" y="6645627"/>
              <a:ext cx="238759" cy="195579"/>
            </a:xfrm>
            <a:custGeom>
              <a:rect b="b" l="l" r="r" t="t"/>
              <a:pathLst>
                <a:path extrusionOk="0" h="195579" w="238759">
                  <a:moveTo>
                    <a:pt x="151744" y="0"/>
                  </a:moveTo>
                  <a:lnTo>
                    <a:pt x="0" y="184413"/>
                  </a:lnTo>
                  <a:lnTo>
                    <a:pt x="238579" y="195159"/>
                  </a:lnTo>
                  <a:lnTo>
                    <a:pt x="151744"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79" name="Google Shape;279;g33baac5e167_0_39"/>
          <p:cNvGraphicFramePr/>
          <p:nvPr/>
        </p:nvGraphicFramePr>
        <p:xfrm>
          <a:off x="6769710" y="4229374"/>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347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347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1347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solidFill>
                      <a:srgbClr val="1DB100"/>
                    </a:solidFill>
                  </a:tcPr>
                </a:tc>
              </a:tr>
              <a:tr h="311125">
                <a:tc>
                  <a:txBody>
                    <a:bodyPr/>
                    <a:lstStyle/>
                    <a:p>
                      <a:pPr indent="0" lvl="0" marL="50800" marR="0" rtl="0" algn="l">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solidFill>
                      <a:srgbClr val="1DB100"/>
                    </a:solidFill>
                  </a:tcPr>
                </a:tc>
              </a:tr>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254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DB100"/>
                    </a:solidFill>
                  </a:tcPr>
                </a:tc>
              </a:tr>
            </a:tbl>
          </a:graphicData>
        </a:graphic>
      </p:graphicFrame>
      <p:graphicFrame>
        <p:nvGraphicFramePr>
          <p:cNvPr id="280" name="Google Shape;280;g33baac5e167_0_39"/>
          <p:cNvGraphicFramePr/>
          <p:nvPr/>
        </p:nvGraphicFramePr>
        <p:xfrm>
          <a:off x="9631400" y="4229374"/>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347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1347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1347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50800" marR="0" rtl="0" algn="l">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8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8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281" name="Google Shape;281;g33baac5e167_0_39"/>
          <p:cNvGrpSpPr/>
          <p:nvPr/>
        </p:nvGrpSpPr>
        <p:grpSpPr>
          <a:xfrm>
            <a:off x="7615835" y="1911720"/>
            <a:ext cx="3361910" cy="1120352"/>
            <a:chOff x="12559094" y="3152573"/>
            <a:chExt cx="5544047" cy="1847546"/>
          </a:xfrm>
        </p:grpSpPr>
        <p:sp>
          <p:nvSpPr>
            <p:cNvPr id="282" name="Google Shape;282;g33baac5e167_0_39"/>
            <p:cNvSpPr/>
            <p:nvPr/>
          </p:nvSpPr>
          <p:spPr>
            <a:xfrm>
              <a:off x="12559094" y="3152573"/>
              <a:ext cx="1169669" cy="1693545"/>
            </a:xfrm>
            <a:custGeom>
              <a:rect b="b" l="l" r="r" t="t"/>
              <a:pathLst>
                <a:path extrusionOk="0" h="1693545" w="1169669">
                  <a:moveTo>
                    <a:pt x="0" y="0"/>
                  </a:moveTo>
                  <a:lnTo>
                    <a:pt x="1154547" y="1671394"/>
                  </a:lnTo>
                  <a:lnTo>
                    <a:pt x="1169425" y="1692932"/>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83" name="Google Shape;283;g33baac5e167_0_39"/>
            <p:cNvSpPr/>
            <p:nvPr/>
          </p:nvSpPr>
          <p:spPr>
            <a:xfrm>
              <a:off x="13625763" y="4763265"/>
              <a:ext cx="209550" cy="236854"/>
            </a:xfrm>
            <a:custGeom>
              <a:rect b="b" l="l" r="r" t="t"/>
              <a:pathLst>
                <a:path extrusionOk="0" h="236854" w="209550">
                  <a:moveTo>
                    <a:pt x="175753" y="0"/>
                  </a:moveTo>
                  <a:lnTo>
                    <a:pt x="0" y="121403"/>
                  </a:lnTo>
                  <a:lnTo>
                    <a:pt x="209281" y="236453"/>
                  </a:lnTo>
                  <a:lnTo>
                    <a:pt x="175753"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84" name="Google Shape;284;g33baac5e167_0_39"/>
            <p:cNvSpPr/>
            <p:nvPr/>
          </p:nvSpPr>
          <p:spPr>
            <a:xfrm>
              <a:off x="12561188" y="3154665"/>
              <a:ext cx="5363209" cy="1705610"/>
            </a:xfrm>
            <a:custGeom>
              <a:rect b="b" l="l" r="r" t="t"/>
              <a:pathLst>
                <a:path extrusionOk="0" h="1705610" w="5363209">
                  <a:moveTo>
                    <a:pt x="0" y="0"/>
                  </a:moveTo>
                  <a:lnTo>
                    <a:pt x="5338101" y="1697631"/>
                  </a:lnTo>
                  <a:lnTo>
                    <a:pt x="5363047" y="1705564"/>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85" name="Google Shape;285;g33baac5e167_0_39"/>
            <p:cNvSpPr/>
            <p:nvPr/>
          </p:nvSpPr>
          <p:spPr>
            <a:xfrm>
              <a:off x="17866922" y="4750516"/>
              <a:ext cx="236219" cy="203835"/>
            </a:xfrm>
            <a:custGeom>
              <a:rect b="b" l="l" r="r" t="t"/>
              <a:pathLst>
                <a:path extrusionOk="0" h="203835" w="236219">
                  <a:moveTo>
                    <a:pt x="64731" y="0"/>
                  </a:moveTo>
                  <a:lnTo>
                    <a:pt x="0" y="203560"/>
                  </a:lnTo>
                  <a:lnTo>
                    <a:pt x="235929" y="166516"/>
                  </a:lnTo>
                  <a:lnTo>
                    <a:pt x="64731"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sp>
        <p:nvSpPr>
          <p:cNvPr id="286" name="Google Shape;286;g33baac5e167_0_39"/>
          <p:cNvSpPr txBox="1"/>
          <p:nvPr/>
        </p:nvSpPr>
        <p:spPr>
          <a:xfrm>
            <a:off x="7047148" y="3127709"/>
            <a:ext cx="946500" cy="485700"/>
          </a:xfrm>
          <a:prstGeom prst="rect">
            <a:avLst/>
          </a:prstGeom>
          <a:noFill/>
          <a:ln>
            <a:noFill/>
          </a:ln>
        </p:spPr>
        <p:txBody>
          <a:bodyPr anchorCtr="0" anchor="t" bIns="0" lIns="0" spcFirstLastPara="1" rIns="0" wrap="square" tIns="9625">
            <a:spAutoFit/>
          </a:bodyPr>
          <a:lstStyle/>
          <a:p>
            <a:pPr indent="0" lvl="0" marL="12700" rtl="0" algn="l">
              <a:lnSpc>
                <a:spcPct val="113695"/>
              </a:lnSpc>
              <a:spcBef>
                <a:spcPts val="0"/>
              </a:spcBef>
              <a:spcAft>
                <a:spcPts val="0"/>
              </a:spcAft>
              <a:buNone/>
            </a:pPr>
            <a:r>
              <a:rPr lang="en-US" sz="1400" cap="small">
                <a:solidFill>
                  <a:schemeClr val="dk1"/>
                </a:solidFill>
                <a:latin typeface="Times New Roman"/>
                <a:ea typeface="Times New Roman"/>
                <a:cs typeface="Times New Roman"/>
                <a:sym typeface="Times New Roman"/>
              </a:rPr>
              <a:t>Min-Value:</a:t>
            </a:r>
            <a:endParaRPr sz="1400">
              <a:solidFill>
                <a:schemeClr val="dk1"/>
              </a:solidFill>
              <a:latin typeface="Times New Roman"/>
              <a:ea typeface="Times New Roman"/>
              <a:cs typeface="Times New Roman"/>
              <a:sym typeface="Times New Roman"/>
            </a:endParaRPr>
          </a:p>
          <a:p>
            <a:pPr indent="0" lvl="0" marL="0" marR="25400" rtl="0" algn="r">
              <a:lnSpc>
                <a:spcPct val="114313"/>
              </a:lnSpc>
              <a:spcBef>
                <a:spcPts val="0"/>
              </a:spcBef>
              <a:spcAft>
                <a:spcPts val="0"/>
              </a:spcAft>
              <a:buNone/>
            </a:pPr>
            <a:r>
              <a:rPr lang="en-US" sz="1500">
                <a:solidFill>
                  <a:schemeClr val="dk1"/>
                </a:solidFill>
                <a:latin typeface="Consolas"/>
                <a:ea typeface="Consolas"/>
                <a:cs typeface="Consolas"/>
                <a:sym typeface="Consolas"/>
              </a:rPr>
              <a:t>-1</a:t>
            </a:r>
            <a:endParaRPr sz="1500">
              <a:solidFill>
                <a:schemeClr val="dk1"/>
              </a:solidFill>
              <a:latin typeface="Consolas"/>
              <a:ea typeface="Consolas"/>
              <a:cs typeface="Consolas"/>
              <a:sym typeface="Consolas"/>
            </a:endParaRPr>
          </a:p>
        </p:txBody>
      </p:sp>
      <p:grpSp>
        <p:nvGrpSpPr>
          <p:cNvPr id="287" name="Google Shape;287;g33baac5e167_0_39"/>
          <p:cNvGrpSpPr/>
          <p:nvPr/>
        </p:nvGrpSpPr>
        <p:grpSpPr>
          <a:xfrm>
            <a:off x="9256252" y="3791236"/>
            <a:ext cx="787865" cy="357271"/>
            <a:chOff x="15264267" y="6252039"/>
            <a:chExt cx="1299250" cy="589167"/>
          </a:xfrm>
        </p:grpSpPr>
        <p:sp>
          <p:nvSpPr>
            <p:cNvPr id="288" name="Google Shape;288;g33baac5e167_0_39"/>
            <p:cNvSpPr/>
            <p:nvPr/>
          </p:nvSpPr>
          <p:spPr>
            <a:xfrm>
              <a:off x="15264267" y="6252039"/>
              <a:ext cx="1128394" cy="502284"/>
            </a:xfrm>
            <a:custGeom>
              <a:rect b="b" l="l" r="r" t="t"/>
              <a:pathLst>
                <a:path extrusionOk="0" h="502284" w="1128394">
                  <a:moveTo>
                    <a:pt x="0" y="0"/>
                  </a:moveTo>
                  <a:lnTo>
                    <a:pt x="1103908" y="491167"/>
                  </a:lnTo>
                  <a:lnTo>
                    <a:pt x="1127825" y="50180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89" name="Google Shape;289;g33baac5e167_0_39"/>
            <p:cNvSpPr/>
            <p:nvPr/>
          </p:nvSpPr>
          <p:spPr>
            <a:xfrm>
              <a:off x="16324758" y="6645627"/>
              <a:ext cx="238759" cy="195579"/>
            </a:xfrm>
            <a:custGeom>
              <a:rect b="b" l="l" r="r" t="t"/>
              <a:pathLst>
                <a:path extrusionOk="0" h="195579" w="238759">
                  <a:moveTo>
                    <a:pt x="86835" y="0"/>
                  </a:moveTo>
                  <a:lnTo>
                    <a:pt x="0" y="195159"/>
                  </a:lnTo>
                  <a:lnTo>
                    <a:pt x="238579" y="184413"/>
                  </a:lnTo>
                  <a:lnTo>
                    <a:pt x="86835"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pSp>
        <p:nvGrpSpPr>
          <p:cNvPr id="290" name="Google Shape;290;g33baac5e167_0_39"/>
          <p:cNvGrpSpPr/>
          <p:nvPr/>
        </p:nvGrpSpPr>
        <p:grpSpPr>
          <a:xfrm>
            <a:off x="10031950" y="5245621"/>
            <a:ext cx="129766" cy="182965"/>
            <a:chOff x="16543453" y="8650431"/>
            <a:chExt cx="213994" cy="301724"/>
          </a:xfrm>
        </p:grpSpPr>
        <p:sp>
          <p:nvSpPr>
            <p:cNvPr id="291" name="Google Shape;291;g33baac5e167_0_39"/>
            <p:cNvSpPr/>
            <p:nvPr/>
          </p:nvSpPr>
          <p:spPr>
            <a:xfrm>
              <a:off x="16650256" y="8650431"/>
              <a:ext cx="0" cy="114300"/>
            </a:xfrm>
            <a:custGeom>
              <a:rect b="b" l="l" r="r" t="t"/>
              <a:pathLst>
                <a:path extrusionOk="0" h="114300" w="120000">
                  <a:moveTo>
                    <a:pt x="0" y="0"/>
                  </a:moveTo>
                  <a:lnTo>
                    <a:pt x="0" y="87728"/>
                  </a:lnTo>
                  <a:lnTo>
                    <a:pt x="0" y="113906"/>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sp>
          <p:nvSpPr>
            <p:cNvPr id="292" name="Google Shape;292;g33baac5e167_0_39"/>
            <p:cNvSpPr/>
            <p:nvPr/>
          </p:nvSpPr>
          <p:spPr>
            <a:xfrm>
              <a:off x="16543453" y="8738160"/>
              <a:ext cx="213994" cy="213995"/>
            </a:xfrm>
            <a:custGeom>
              <a:rect b="b" l="l" r="r" t="t"/>
              <a:pathLst>
                <a:path extrusionOk="0" h="213995" w="213994">
                  <a:moveTo>
                    <a:pt x="213606" y="0"/>
                  </a:moveTo>
                  <a:lnTo>
                    <a:pt x="0" y="0"/>
                  </a:lnTo>
                  <a:lnTo>
                    <a:pt x="106803" y="213606"/>
                  </a:lnTo>
                  <a:lnTo>
                    <a:pt x="213606" y="0"/>
                  </a:lnTo>
                  <a:close/>
                </a:path>
              </a:pathLst>
            </a:custGeom>
            <a:solidFill>
              <a:srgbClr val="FFFFFF"/>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solidFill>
                  <a:schemeClr val="dk1"/>
                </a:solidFill>
              </a:endParaRPr>
            </a:p>
          </p:txBody>
        </p:sp>
      </p:grpSp>
      <p:graphicFrame>
        <p:nvGraphicFramePr>
          <p:cNvPr id="293" name="Google Shape;293;g33baac5e167_0_39"/>
          <p:cNvGraphicFramePr/>
          <p:nvPr/>
        </p:nvGraphicFramePr>
        <p:xfrm>
          <a:off x="9631400" y="5465113"/>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09200">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96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96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96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09200">
                <a:tc>
                  <a:txBody>
                    <a:bodyPr/>
                    <a:lstStyle/>
                    <a:p>
                      <a:pPr indent="0" lvl="0" marL="50800" marR="0" rtl="0" algn="l">
                        <a:lnSpc>
                          <a:spcPct val="119491"/>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30025"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19491"/>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300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12700" marR="0" rtl="0" algn="ctr">
                        <a:lnSpc>
                          <a:spcPct val="119491"/>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300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09200">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54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4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54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94" name="Google Shape;294;g33baac5e167_0_39"/>
          <p:cNvSpPr txBox="1"/>
          <p:nvPr/>
        </p:nvSpPr>
        <p:spPr>
          <a:xfrm>
            <a:off x="8986774" y="5756460"/>
            <a:ext cx="576600" cy="489300"/>
          </a:xfrm>
          <a:prstGeom prst="rect">
            <a:avLst/>
          </a:prstGeom>
          <a:noFill/>
          <a:ln>
            <a:noFill/>
          </a:ln>
        </p:spPr>
        <p:txBody>
          <a:bodyPr anchorCtr="0" anchor="t" bIns="0" lIns="0" spcFirstLastPara="1" rIns="0" wrap="square" tIns="9625">
            <a:spAutoFit/>
          </a:bodyPr>
          <a:lstStyle/>
          <a:p>
            <a:pPr indent="0" lvl="0" marL="12700" rtl="0" algn="l">
              <a:lnSpc>
                <a:spcPct val="115434"/>
              </a:lnSpc>
              <a:spcBef>
                <a:spcPts val="0"/>
              </a:spcBef>
              <a:spcAft>
                <a:spcPts val="0"/>
              </a:spcAft>
              <a:buNone/>
            </a:pPr>
            <a:r>
              <a:rPr lang="en-US" sz="1400" cap="small">
                <a:solidFill>
                  <a:schemeClr val="dk1"/>
                </a:solidFill>
                <a:latin typeface="Times New Roman"/>
                <a:ea typeface="Times New Roman"/>
                <a:cs typeface="Times New Roman"/>
                <a:sym typeface="Times New Roman"/>
              </a:rPr>
              <a:t>Value:</a:t>
            </a:r>
            <a:endParaRPr sz="1400">
              <a:solidFill>
                <a:schemeClr val="dk1"/>
              </a:solidFill>
              <a:latin typeface="Times New Roman"/>
              <a:ea typeface="Times New Roman"/>
              <a:cs typeface="Times New Roman"/>
              <a:sym typeface="Times New Roman"/>
            </a:endParaRPr>
          </a:p>
          <a:p>
            <a:pPr indent="0" lvl="0" marL="368300" rtl="0" algn="l">
              <a:lnSpc>
                <a:spcPct val="115882"/>
              </a:lnSpc>
              <a:spcBef>
                <a:spcPts val="0"/>
              </a:spcBef>
              <a:spcAft>
                <a:spcPts val="0"/>
              </a:spcAft>
              <a:buNone/>
            </a:pPr>
            <a:r>
              <a:rPr lang="en-US" sz="1500">
                <a:solidFill>
                  <a:schemeClr val="dk1"/>
                </a:solidFill>
                <a:latin typeface="Consolas"/>
                <a:ea typeface="Consolas"/>
                <a:cs typeface="Consolas"/>
                <a:sym typeface="Consolas"/>
              </a:rPr>
              <a:t>0</a:t>
            </a:r>
            <a:endParaRPr sz="1500">
              <a:solidFill>
                <a:schemeClr val="dk1"/>
              </a:solidFill>
              <a:latin typeface="Consolas"/>
              <a:ea typeface="Consolas"/>
              <a:cs typeface="Consolas"/>
              <a:sym typeface="Consolas"/>
            </a:endParaRPr>
          </a:p>
        </p:txBody>
      </p:sp>
      <p:sp>
        <p:nvSpPr>
          <p:cNvPr id="295" name="Google Shape;295;g33baac5e167_0_39"/>
          <p:cNvSpPr txBox="1"/>
          <p:nvPr/>
        </p:nvSpPr>
        <p:spPr>
          <a:xfrm>
            <a:off x="6084667" y="4463132"/>
            <a:ext cx="576600" cy="488400"/>
          </a:xfrm>
          <a:prstGeom prst="rect">
            <a:avLst/>
          </a:prstGeom>
          <a:noFill/>
          <a:ln>
            <a:noFill/>
          </a:ln>
        </p:spPr>
        <p:txBody>
          <a:bodyPr anchorCtr="0" anchor="t" bIns="0" lIns="0" spcFirstLastPara="1" rIns="0" wrap="square" tIns="9625">
            <a:spAutoFit/>
          </a:bodyPr>
          <a:lstStyle/>
          <a:p>
            <a:pPr indent="0" lvl="0" marL="12700" rtl="0" algn="l">
              <a:lnSpc>
                <a:spcPct val="115000"/>
              </a:lnSpc>
              <a:spcBef>
                <a:spcPts val="0"/>
              </a:spcBef>
              <a:spcAft>
                <a:spcPts val="0"/>
              </a:spcAft>
              <a:buNone/>
            </a:pPr>
            <a:r>
              <a:rPr lang="en-US" sz="1400" cap="small">
                <a:solidFill>
                  <a:schemeClr val="dk1"/>
                </a:solidFill>
                <a:latin typeface="Times New Roman"/>
                <a:ea typeface="Times New Roman"/>
                <a:cs typeface="Times New Roman"/>
                <a:sym typeface="Times New Roman"/>
              </a:rPr>
              <a:t>Value:</a:t>
            </a:r>
            <a:endParaRPr sz="1400">
              <a:solidFill>
                <a:schemeClr val="dk1"/>
              </a:solidFill>
              <a:latin typeface="Times New Roman"/>
              <a:ea typeface="Times New Roman"/>
              <a:cs typeface="Times New Roman"/>
              <a:sym typeface="Times New Roman"/>
            </a:endParaRPr>
          </a:p>
          <a:p>
            <a:pPr indent="0" lvl="0" marL="254000" rtl="0" algn="l">
              <a:lnSpc>
                <a:spcPct val="115490"/>
              </a:lnSpc>
              <a:spcBef>
                <a:spcPts val="0"/>
              </a:spcBef>
              <a:spcAft>
                <a:spcPts val="0"/>
              </a:spcAft>
              <a:buNone/>
            </a:pPr>
            <a:r>
              <a:rPr lang="en-US" sz="1500">
                <a:solidFill>
                  <a:schemeClr val="dk1"/>
                </a:solidFill>
                <a:latin typeface="Consolas"/>
                <a:ea typeface="Consolas"/>
                <a:cs typeface="Consolas"/>
                <a:sym typeface="Consolas"/>
              </a:rPr>
              <a:t>-1</a:t>
            </a:r>
            <a:endParaRPr sz="1500">
              <a:solidFill>
                <a:schemeClr val="dk1"/>
              </a:solidFill>
              <a:latin typeface="Consolas"/>
              <a:ea typeface="Consolas"/>
              <a:cs typeface="Consolas"/>
              <a:sym typeface="Consolas"/>
            </a:endParaRPr>
          </a:p>
        </p:txBody>
      </p:sp>
      <p:sp>
        <p:nvSpPr>
          <p:cNvPr id="296" name="Google Shape;296;g33baac5e167_0_39"/>
          <p:cNvSpPr txBox="1"/>
          <p:nvPr/>
        </p:nvSpPr>
        <p:spPr>
          <a:xfrm>
            <a:off x="8520348" y="4454765"/>
            <a:ext cx="1002600" cy="489300"/>
          </a:xfrm>
          <a:prstGeom prst="rect">
            <a:avLst/>
          </a:prstGeom>
          <a:noFill/>
          <a:ln>
            <a:noFill/>
          </a:ln>
        </p:spPr>
        <p:txBody>
          <a:bodyPr anchorCtr="0" anchor="t" bIns="0" lIns="0" spcFirstLastPara="1" rIns="0" wrap="square" tIns="9625">
            <a:spAutoFit/>
          </a:bodyPr>
          <a:lstStyle/>
          <a:p>
            <a:pPr indent="0" lvl="0" marL="12700" rtl="0" algn="l">
              <a:lnSpc>
                <a:spcPct val="115434"/>
              </a:lnSpc>
              <a:spcBef>
                <a:spcPts val="0"/>
              </a:spcBef>
              <a:spcAft>
                <a:spcPts val="0"/>
              </a:spcAft>
              <a:buNone/>
            </a:pPr>
            <a:r>
              <a:rPr lang="en-US" sz="1400" cap="small">
                <a:solidFill>
                  <a:schemeClr val="dk1"/>
                </a:solidFill>
                <a:latin typeface="Times New Roman"/>
                <a:ea typeface="Times New Roman"/>
                <a:cs typeface="Times New Roman"/>
                <a:sym typeface="Times New Roman"/>
              </a:rPr>
              <a:t>Max-Value:</a:t>
            </a:r>
            <a:endParaRPr sz="1400">
              <a:solidFill>
                <a:schemeClr val="dk1"/>
              </a:solidFill>
              <a:latin typeface="Times New Roman"/>
              <a:ea typeface="Times New Roman"/>
              <a:cs typeface="Times New Roman"/>
              <a:sym typeface="Times New Roman"/>
            </a:endParaRPr>
          </a:p>
          <a:p>
            <a:pPr indent="0" lvl="0" marL="0" marR="50800" rtl="0" algn="r">
              <a:lnSpc>
                <a:spcPct val="115882"/>
              </a:lnSpc>
              <a:spcBef>
                <a:spcPts val="0"/>
              </a:spcBef>
              <a:spcAft>
                <a:spcPts val="0"/>
              </a:spcAft>
              <a:buNone/>
            </a:pPr>
            <a:r>
              <a:rPr lang="en-US" sz="1500">
                <a:solidFill>
                  <a:schemeClr val="dk1"/>
                </a:solidFill>
                <a:latin typeface="Consolas"/>
                <a:ea typeface="Consolas"/>
                <a:cs typeface="Consolas"/>
                <a:sym typeface="Consolas"/>
              </a:rPr>
              <a:t>0</a:t>
            </a:r>
            <a:endParaRPr sz="1500">
              <a:solidFill>
                <a:schemeClr val="dk1"/>
              </a:solidFill>
              <a:latin typeface="Consolas"/>
              <a:ea typeface="Consolas"/>
              <a:cs typeface="Consolas"/>
              <a:sym typeface="Consolas"/>
            </a:endParaRPr>
          </a:p>
        </p:txBody>
      </p:sp>
      <p:graphicFrame>
        <p:nvGraphicFramePr>
          <p:cNvPr id="297" name="Google Shape;297;g33baac5e167_0_39"/>
          <p:cNvGraphicFramePr/>
          <p:nvPr/>
        </p:nvGraphicFramePr>
        <p:xfrm>
          <a:off x="10742244" y="3058565"/>
          <a:ext cx="3000000" cy="3000000"/>
        </p:xfrm>
        <a:graphic>
          <a:graphicData uri="http://schemas.openxmlformats.org/drawingml/2006/table">
            <a:tbl>
              <a:tblPr bandRow="1" firstRow="1">
                <a:noFill/>
                <a:tableStyleId>{437E2623-CDF2-46F0-886F-8780C2CFEFD4}</a:tableStyleId>
              </a:tblPr>
              <a:tblGrid>
                <a:gridCol w="311150"/>
                <a:gridCol w="311150"/>
                <a:gridCol w="311150"/>
              </a:tblGrid>
              <a:tr h="31112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9625"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solidFill>
                      <a:srgbClr val="1DB100"/>
                    </a:solidFill>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9625"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50800" marR="0" rtl="0" algn="l">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85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85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solidFill>
                      <a:srgbClr val="1DB100"/>
                    </a:solidFill>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57150">
                      <a:solidFill>
                        <a:schemeClr val="dk1"/>
                      </a:solidFill>
                      <a:prstDash val="solid"/>
                      <a:round/>
                      <a:headEnd len="sm" w="sm" type="none"/>
                      <a:tailEnd len="sm" w="sm" type="none"/>
                    </a:lnB>
                  </a:tcPr>
                </a:tc>
              </a:tr>
              <a:tr h="311125">
                <a:tc>
                  <a:txBody>
                    <a:bodyPr/>
                    <a:lstStyle/>
                    <a:p>
                      <a:pPr indent="0" lvl="0" marL="63500" marR="0" rtl="0" algn="l">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8100" marB="0" marR="0" marL="0">
                    <a:lnL cap="flat" cmpd="sng" w="9525">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US" sz="1800" u="none" cap="none" strike="noStrike">
                          <a:latin typeface="Tahoma"/>
                          <a:ea typeface="Tahoma"/>
                          <a:cs typeface="Tahoma"/>
                          <a:sym typeface="Tahoma"/>
                        </a:rPr>
                        <a:t>X</a:t>
                      </a:r>
                      <a:endParaRPr sz="1800" u="none" cap="none" strike="noStrike">
                        <a:latin typeface="Tahoma"/>
                        <a:ea typeface="Tahoma"/>
                        <a:cs typeface="Tahoma"/>
                        <a:sym typeface="Tahoma"/>
                      </a:endParaRPr>
                    </a:p>
                  </a:txBody>
                  <a:tcPr marT="28100" marB="0" marR="0" marL="0">
                    <a:lnL cap="flat" cmpd="sng" w="57150">
                      <a:solidFill>
                        <a:schemeClr val="dk1"/>
                      </a:solidFill>
                      <a:prstDash val="solid"/>
                      <a:round/>
                      <a:headEnd len="sm" w="sm" type="none"/>
                      <a:tailEnd len="sm" w="sm" type="none"/>
                    </a:lnL>
                    <a:lnR cap="flat" cmpd="sng" w="57150">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1DB100"/>
                    </a:solidFill>
                  </a:tcPr>
                </a:tc>
                <a:tc>
                  <a:txBody>
                    <a:bodyPr/>
                    <a:lstStyle/>
                    <a:p>
                      <a:pPr indent="0" lvl="0" marL="12700" marR="0" rtl="0" algn="ctr">
                        <a:lnSpc>
                          <a:spcPct val="100000"/>
                        </a:lnSpc>
                        <a:spcBef>
                          <a:spcPts val="0"/>
                        </a:spcBef>
                        <a:spcAft>
                          <a:spcPts val="0"/>
                        </a:spcAft>
                        <a:buNone/>
                      </a:pPr>
                      <a:r>
                        <a:rPr b="1" lang="en-US" sz="1800" u="none" cap="none" strike="noStrike">
                          <a:latin typeface="Tahoma"/>
                          <a:ea typeface="Tahoma"/>
                          <a:cs typeface="Tahoma"/>
                          <a:sym typeface="Tahoma"/>
                        </a:rPr>
                        <a:t>O</a:t>
                      </a:r>
                      <a:endParaRPr sz="1800" u="none" cap="none" strike="noStrike">
                        <a:latin typeface="Tahoma"/>
                        <a:ea typeface="Tahoma"/>
                        <a:cs typeface="Tahoma"/>
                        <a:sym typeface="Tahoma"/>
                      </a:endParaRPr>
                    </a:p>
                  </a:txBody>
                  <a:tcPr marT="28100" marB="0" marR="0" marL="0">
                    <a:lnL cap="flat" cmpd="sng" w="5715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57150">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98" name="Google Shape;298;g33baac5e167_0_39"/>
          <p:cNvSpPr txBox="1"/>
          <p:nvPr/>
        </p:nvSpPr>
        <p:spPr>
          <a:xfrm>
            <a:off x="10043389" y="3127239"/>
            <a:ext cx="576600" cy="489900"/>
          </a:xfrm>
          <a:prstGeom prst="rect">
            <a:avLst/>
          </a:prstGeom>
          <a:noFill/>
          <a:ln>
            <a:noFill/>
          </a:ln>
        </p:spPr>
        <p:txBody>
          <a:bodyPr anchorCtr="0" anchor="t" bIns="0" lIns="0" spcFirstLastPara="1" rIns="0" wrap="square" tIns="9625">
            <a:spAutoFit/>
          </a:bodyPr>
          <a:lstStyle/>
          <a:p>
            <a:pPr indent="0" lvl="0" marL="12700" rtl="0" algn="l">
              <a:lnSpc>
                <a:spcPct val="115652"/>
              </a:lnSpc>
              <a:spcBef>
                <a:spcPts val="0"/>
              </a:spcBef>
              <a:spcAft>
                <a:spcPts val="0"/>
              </a:spcAft>
              <a:buNone/>
            </a:pPr>
            <a:r>
              <a:rPr lang="en-US" sz="1400" cap="small">
                <a:solidFill>
                  <a:schemeClr val="dk1"/>
                </a:solidFill>
                <a:latin typeface="Times New Roman"/>
                <a:ea typeface="Times New Roman"/>
                <a:cs typeface="Times New Roman"/>
                <a:sym typeface="Times New Roman"/>
              </a:rPr>
              <a:t>Value:</a:t>
            </a:r>
            <a:endParaRPr sz="1400">
              <a:solidFill>
                <a:schemeClr val="dk1"/>
              </a:solidFill>
              <a:latin typeface="Times New Roman"/>
              <a:ea typeface="Times New Roman"/>
              <a:cs typeface="Times New Roman"/>
              <a:sym typeface="Times New Roman"/>
            </a:endParaRPr>
          </a:p>
          <a:p>
            <a:pPr indent="0" lvl="0" marL="355600" rtl="0" algn="l">
              <a:lnSpc>
                <a:spcPct val="116078"/>
              </a:lnSpc>
              <a:spcBef>
                <a:spcPts val="0"/>
              </a:spcBef>
              <a:spcAft>
                <a:spcPts val="0"/>
              </a:spcAft>
              <a:buNone/>
            </a:pPr>
            <a:r>
              <a:rPr lang="en-US" sz="1500">
                <a:solidFill>
                  <a:schemeClr val="dk1"/>
                </a:solidFill>
                <a:latin typeface="Consolas"/>
                <a:ea typeface="Consolas"/>
                <a:cs typeface="Consolas"/>
                <a:sym typeface="Consolas"/>
              </a:rPr>
              <a:t>1</a:t>
            </a:r>
            <a:endParaRPr sz="1500">
              <a:solidFill>
                <a:schemeClr val="dk1"/>
              </a:solidFill>
              <a:latin typeface="Consolas"/>
              <a:ea typeface="Consolas"/>
              <a:cs typeface="Consolas"/>
              <a:sym typeface="Consolas"/>
            </a:endParaRPr>
          </a:p>
        </p:txBody>
      </p:sp>
      <p:sp>
        <p:nvSpPr>
          <p:cNvPr id="299" name="Google Shape;299;g33baac5e167_0_39"/>
          <p:cNvSpPr txBox="1"/>
          <p:nvPr/>
        </p:nvSpPr>
        <p:spPr>
          <a:xfrm>
            <a:off x="3078400" y="490100"/>
            <a:ext cx="2549100" cy="454200"/>
          </a:xfrm>
          <a:prstGeom prst="rect">
            <a:avLst/>
          </a:prstGeom>
          <a:noFill/>
          <a:ln>
            <a:noFill/>
          </a:ln>
        </p:spPr>
        <p:txBody>
          <a:bodyPr anchorCtr="0" anchor="t" bIns="0" lIns="0" spcFirstLastPara="1" rIns="0" wrap="square" tIns="7700">
            <a:spAutoFit/>
          </a:bodyPr>
          <a:lstStyle/>
          <a:p>
            <a:pPr indent="0" lvl="0" marL="12700" rtl="0" algn="l">
              <a:lnSpc>
                <a:spcPct val="100000"/>
              </a:lnSpc>
              <a:spcBef>
                <a:spcPts val="0"/>
              </a:spcBef>
              <a:spcAft>
                <a:spcPts val="0"/>
              </a:spcAft>
              <a:buNone/>
            </a:pPr>
            <a:r>
              <a:rPr lang="en-US" sz="2900" cap="small">
                <a:solidFill>
                  <a:schemeClr val="dk1"/>
                </a:solidFill>
                <a:latin typeface="Times New Roman"/>
                <a:ea typeface="Times New Roman"/>
                <a:cs typeface="Times New Roman"/>
                <a:sym typeface="Times New Roman"/>
              </a:rPr>
              <a:t>Max-Value:</a:t>
            </a:r>
            <a:endParaRPr sz="2900">
              <a:solidFill>
                <a:schemeClr val="dk1"/>
              </a:solidFill>
              <a:latin typeface="Times New Roman"/>
              <a:ea typeface="Times New Roman"/>
              <a:cs typeface="Times New Roman"/>
              <a:sym typeface="Times New Roman"/>
            </a:endParaRPr>
          </a:p>
        </p:txBody>
      </p:sp>
      <p:sp>
        <p:nvSpPr>
          <p:cNvPr id="300" name="Google Shape;300;g33baac5e167_0_39"/>
          <p:cNvSpPr txBox="1"/>
          <p:nvPr>
            <p:ph type="title"/>
          </p:nvPr>
        </p:nvSpPr>
        <p:spPr>
          <a:xfrm>
            <a:off x="5123098" y="443085"/>
            <a:ext cx="225000" cy="469200"/>
          </a:xfrm>
          <a:prstGeom prst="rect">
            <a:avLst/>
          </a:prstGeom>
          <a:noFill/>
          <a:ln>
            <a:noFill/>
          </a:ln>
        </p:spPr>
        <p:txBody>
          <a:bodyPr anchorCtr="0" anchor="t" bIns="0" lIns="0" spcFirstLastPara="1" rIns="0" wrap="square" tIns="7300">
            <a:spAutoFit/>
          </a:bodyPr>
          <a:lstStyle/>
          <a:p>
            <a:pPr indent="0" lvl="0" marL="12700" rtl="0" algn="l">
              <a:lnSpc>
                <a:spcPct val="100000"/>
              </a:lnSpc>
              <a:spcBef>
                <a:spcPts val="0"/>
              </a:spcBef>
              <a:spcAft>
                <a:spcPts val="0"/>
              </a:spcAft>
              <a:buNone/>
            </a:pPr>
            <a:r>
              <a:rPr lang="en-US" sz="3000">
                <a:solidFill>
                  <a:schemeClr val="dk1"/>
                </a:solidFill>
                <a:latin typeface="Consolas"/>
                <a:ea typeface="Consolas"/>
                <a:cs typeface="Consolas"/>
                <a:sym typeface="Consolas"/>
              </a:rPr>
              <a:t>1</a:t>
            </a:r>
            <a:endParaRPr sz="3000">
              <a:solidFill>
                <a:schemeClr val="dk1"/>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3baac5e167_0_95"/>
          <p:cNvSpPr/>
          <p:nvPr/>
        </p:nvSpPr>
        <p:spPr>
          <a:xfrm>
            <a:off x="5505083" y="1574661"/>
            <a:ext cx="1183905" cy="1183905"/>
          </a:xfrm>
          <a:custGeom>
            <a:rect b="b" l="l" r="r" t="t"/>
            <a:pathLst>
              <a:path extrusionOk="0" h="1948814" w="1948815">
                <a:moveTo>
                  <a:pt x="974396" y="0"/>
                </a:moveTo>
                <a:lnTo>
                  <a:pt x="0" y="1948793"/>
                </a:lnTo>
                <a:lnTo>
                  <a:pt x="1948796" y="1948793"/>
                </a:lnTo>
                <a:lnTo>
                  <a:pt x="974396" y="0"/>
                </a:lnTo>
                <a:close/>
              </a:path>
            </a:pathLst>
          </a:custGeom>
          <a:solidFill>
            <a:srgbClr val="1DB1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06" name="Google Shape;306;g33baac5e167_0_95"/>
          <p:cNvSpPr txBox="1"/>
          <p:nvPr/>
        </p:nvSpPr>
        <p:spPr>
          <a:xfrm>
            <a:off x="5967648" y="2100350"/>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9</a:t>
            </a:r>
            <a:endParaRPr sz="3500">
              <a:latin typeface="Consolas"/>
              <a:ea typeface="Consolas"/>
              <a:cs typeface="Consolas"/>
              <a:sym typeface="Consolas"/>
            </a:endParaRPr>
          </a:p>
        </p:txBody>
      </p:sp>
      <p:sp>
        <p:nvSpPr>
          <p:cNvPr id="307" name="Google Shape;307;g33baac5e167_0_95"/>
          <p:cNvSpPr/>
          <p:nvPr/>
        </p:nvSpPr>
        <p:spPr>
          <a:xfrm>
            <a:off x="3015833" y="4101841"/>
            <a:ext cx="1183905" cy="1183519"/>
          </a:xfrm>
          <a:custGeom>
            <a:rect b="b" l="l" r="r" t="t"/>
            <a:pathLst>
              <a:path extrusionOk="0" h="1948179" w="1948815">
                <a:moveTo>
                  <a:pt x="1948793" y="0"/>
                </a:moveTo>
                <a:lnTo>
                  <a:pt x="0" y="0"/>
                </a:lnTo>
                <a:lnTo>
                  <a:pt x="974396" y="1947584"/>
                </a:lnTo>
                <a:lnTo>
                  <a:pt x="1948793" y="0"/>
                </a:lnTo>
                <a:close/>
              </a:path>
            </a:pathLst>
          </a:custGeom>
          <a:solidFill>
            <a:srgbClr val="EE220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08" name="Google Shape;308;g33baac5e167_0_95"/>
          <p:cNvSpPr txBox="1"/>
          <p:nvPr/>
        </p:nvSpPr>
        <p:spPr>
          <a:xfrm>
            <a:off x="3478448" y="4094110"/>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5</a:t>
            </a:r>
            <a:endParaRPr sz="3500">
              <a:latin typeface="Consolas"/>
              <a:ea typeface="Consolas"/>
              <a:cs typeface="Consolas"/>
              <a:sym typeface="Consolas"/>
            </a:endParaRPr>
          </a:p>
        </p:txBody>
      </p:sp>
      <p:sp>
        <p:nvSpPr>
          <p:cNvPr id="309" name="Google Shape;309;g33baac5e167_0_95"/>
          <p:cNvSpPr/>
          <p:nvPr/>
        </p:nvSpPr>
        <p:spPr>
          <a:xfrm>
            <a:off x="5505083" y="4101841"/>
            <a:ext cx="1183905" cy="1183519"/>
          </a:xfrm>
          <a:custGeom>
            <a:rect b="b" l="l" r="r" t="t"/>
            <a:pathLst>
              <a:path extrusionOk="0" h="1948179" w="1948815">
                <a:moveTo>
                  <a:pt x="1948796" y="0"/>
                </a:moveTo>
                <a:lnTo>
                  <a:pt x="0" y="0"/>
                </a:lnTo>
                <a:lnTo>
                  <a:pt x="974396" y="1947584"/>
                </a:lnTo>
                <a:lnTo>
                  <a:pt x="1948796" y="0"/>
                </a:lnTo>
                <a:close/>
              </a:path>
            </a:pathLst>
          </a:custGeom>
          <a:solidFill>
            <a:srgbClr val="EE220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10" name="Google Shape;310;g33baac5e167_0_95"/>
          <p:cNvSpPr txBox="1"/>
          <p:nvPr/>
        </p:nvSpPr>
        <p:spPr>
          <a:xfrm>
            <a:off x="5967648" y="4094110"/>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3</a:t>
            </a:r>
            <a:endParaRPr sz="3500">
              <a:latin typeface="Consolas"/>
              <a:ea typeface="Consolas"/>
              <a:cs typeface="Consolas"/>
              <a:sym typeface="Consolas"/>
            </a:endParaRPr>
          </a:p>
        </p:txBody>
      </p:sp>
      <p:sp>
        <p:nvSpPr>
          <p:cNvPr id="311" name="Google Shape;311;g33baac5e167_0_95"/>
          <p:cNvSpPr/>
          <p:nvPr/>
        </p:nvSpPr>
        <p:spPr>
          <a:xfrm>
            <a:off x="7994332" y="4101841"/>
            <a:ext cx="1183905" cy="1183519"/>
          </a:xfrm>
          <a:custGeom>
            <a:rect b="b" l="l" r="r" t="t"/>
            <a:pathLst>
              <a:path extrusionOk="0" h="1948179" w="1948815">
                <a:moveTo>
                  <a:pt x="1948799" y="0"/>
                </a:moveTo>
                <a:lnTo>
                  <a:pt x="0" y="0"/>
                </a:lnTo>
                <a:lnTo>
                  <a:pt x="974399" y="1947584"/>
                </a:lnTo>
                <a:lnTo>
                  <a:pt x="1948799" y="0"/>
                </a:lnTo>
                <a:close/>
              </a:path>
            </a:pathLst>
          </a:custGeom>
          <a:solidFill>
            <a:srgbClr val="EE220C"/>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12" name="Google Shape;312;g33baac5e167_0_95"/>
          <p:cNvSpPr txBox="1"/>
          <p:nvPr/>
        </p:nvSpPr>
        <p:spPr>
          <a:xfrm>
            <a:off x="8456848" y="4094110"/>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9</a:t>
            </a:r>
            <a:endParaRPr sz="3500">
              <a:latin typeface="Consolas"/>
              <a:ea typeface="Consolas"/>
              <a:cs typeface="Consolas"/>
              <a:sym typeface="Consolas"/>
            </a:endParaRPr>
          </a:p>
        </p:txBody>
      </p:sp>
      <p:grpSp>
        <p:nvGrpSpPr>
          <p:cNvPr id="313" name="Google Shape;313;g33baac5e167_0_95"/>
          <p:cNvGrpSpPr/>
          <p:nvPr/>
        </p:nvGrpSpPr>
        <p:grpSpPr>
          <a:xfrm>
            <a:off x="3616220" y="2763157"/>
            <a:ext cx="4812144" cy="1329291"/>
            <a:chOff x="5963424" y="4556658"/>
            <a:chExt cx="7935594" cy="2192102"/>
          </a:xfrm>
        </p:grpSpPr>
        <p:sp>
          <p:nvSpPr>
            <p:cNvPr id="314" name="Google Shape;314;g33baac5e167_0_95"/>
            <p:cNvSpPr/>
            <p:nvPr/>
          </p:nvSpPr>
          <p:spPr>
            <a:xfrm>
              <a:off x="5963424" y="4584045"/>
              <a:ext cx="7935594" cy="2164715"/>
            </a:xfrm>
            <a:custGeom>
              <a:rect b="b" l="l" r="r" t="t"/>
              <a:pathLst>
                <a:path extrusionOk="0" h="2164715" w="7935594">
                  <a:moveTo>
                    <a:pt x="3674300" y="49898"/>
                  </a:moveTo>
                  <a:lnTo>
                    <a:pt x="3648049" y="4597"/>
                  </a:lnTo>
                  <a:lnTo>
                    <a:pt x="0" y="2119045"/>
                  </a:lnTo>
                  <a:lnTo>
                    <a:pt x="26250" y="2164334"/>
                  </a:lnTo>
                  <a:lnTo>
                    <a:pt x="3674300" y="49898"/>
                  </a:lnTo>
                  <a:close/>
                </a:path>
                <a:path extrusionOk="0" h="2164715" w="7935594">
                  <a:moveTo>
                    <a:pt x="7934998" y="2114435"/>
                  </a:moveTo>
                  <a:lnTo>
                    <a:pt x="4286948" y="0"/>
                  </a:lnTo>
                  <a:lnTo>
                    <a:pt x="4260685" y="45288"/>
                  </a:lnTo>
                  <a:lnTo>
                    <a:pt x="7908734" y="2159736"/>
                  </a:lnTo>
                  <a:lnTo>
                    <a:pt x="7934998" y="2114435"/>
                  </a:lnTo>
                  <a:close/>
                </a:path>
              </a:pathLst>
            </a:custGeom>
            <a:solidFill>
              <a:schemeClr val="dk1"/>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highlight>
                  <a:schemeClr val="dk1"/>
                </a:highlight>
              </a:endParaRPr>
            </a:p>
          </p:txBody>
        </p:sp>
        <p:sp>
          <p:nvSpPr>
            <p:cNvPr id="315" name="Google Shape;315;g33baac5e167_0_95"/>
            <p:cNvSpPr/>
            <p:nvPr/>
          </p:nvSpPr>
          <p:spPr>
            <a:xfrm>
              <a:off x="9934351" y="4556658"/>
              <a:ext cx="0" cy="2164715"/>
            </a:xfrm>
            <a:custGeom>
              <a:rect b="b" l="l" r="r" t="t"/>
              <a:pathLst>
                <a:path extrusionOk="0" h="2164715" w="120000">
                  <a:moveTo>
                    <a:pt x="0" y="0"/>
                  </a:moveTo>
                  <a:lnTo>
                    <a:pt x="0" y="2164469"/>
                  </a:lnTo>
                </a:path>
              </a:pathLst>
            </a:custGeom>
            <a:solidFill>
              <a:schemeClr val="dk1"/>
            </a:solid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highlight>
                  <a:schemeClr val="dk1"/>
                </a:highlight>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3baac5e167_0_137"/>
          <p:cNvSpPr txBox="1"/>
          <p:nvPr>
            <p:ph type="title"/>
          </p:nvPr>
        </p:nvSpPr>
        <p:spPr>
          <a:xfrm>
            <a:off x="379648" y="239931"/>
            <a:ext cx="7170000" cy="887700"/>
          </a:xfrm>
          <a:prstGeom prst="rect">
            <a:avLst/>
          </a:prstGeom>
          <a:noFill/>
          <a:ln>
            <a:noFill/>
          </a:ln>
        </p:spPr>
        <p:txBody>
          <a:bodyPr anchorCtr="0" anchor="t" bIns="0" lIns="0" spcFirstLastPara="1" rIns="0" wrap="square" tIns="10375">
            <a:spAutoFit/>
          </a:bodyPr>
          <a:lstStyle/>
          <a:p>
            <a:pPr indent="0" lvl="0" marL="495300" rtl="0" algn="l">
              <a:lnSpc>
                <a:spcPct val="100000"/>
              </a:lnSpc>
              <a:spcBef>
                <a:spcPts val="0"/>
              </a:spcBef>
              <a:spcAft>
                <a:spcPts val="0"/>
              </a:spcAft>
              <a:buNone/>
            </a:pPr>
            <a:r>
              <a:rPr lang="en-US" sz="5700">
                <a:solidFill>
                  <a:schemeClr val="dk1"/>
                </a:solidFill>
              </a:rPr>
              <a:t>Minimax</a:t>
            </a:r>
            <a:endParaRPr sz="5700">
              <a:solidFill>
                <a:schemeClr val="dk1"/>
              </a:solidFill>
            </a:endParaRPr>
          </a:p>
        </p:txBody>
      </p:sp>
      <p:sp>
        <p:nvSpPr>
          <p:cNvPr id="321" name="Google Shape;321;g33baac5e167_0_137"/>
          <p:cNvSpPr txBox="1"/>
          <p:nvPr/>
        </p:nvSpPr>
        <p:spPr>
          <a:xfrm>
            <a:off x="862248" y="2415289"/>
            <a:ext cx="9583800" cy="3238200"/>
          </a:xfrm>
          <a:prstGeom prst="rect">
            <a:avLst/>
          </a:prstGeom>
          <a:noFill/>
          <a:ln>
            <a:noFill/>
          </a:ln>
        </p:spPr>
        <p:txBody>
          <a:bodyPr anchorCtr="0" anchor="t" bIns="0" lIns="0" spcFirstLastPara="1" rIns="0" wrap="square" tIns="98950">
            <a:spAutoFit/>
          </a:bodyPr>
          <a:lstStyle/>
          <a:p>
            <a:pPr indent="-330200" lvl="0" marL="330200" rtl="0" algn="l">
              <a:lnSpc>
                <a:spcPct val="100000"/>
              </a:lnSpc>
              <a:spcBef>
                <a:spcPts val="0"/>
              </a:spcBef>
              <a:spcAft>
                <a:spcPts val="0"/>
              </a:spcAft>
              <a:buClr>
                <a:schemeClr val="dk1"/>
              </a:buClr>
              <a:buSzPts val="3800"/>
              <a:buFont typeface="Arial"/>
              <a:buChar char="•"/>
            </a:pPr>
            <a:r>
              <a:rPr lang="en-US" sz="3100">
                <a:solidFill>
                  <a:schemeClr val="dk1"/>
                </a:solidFill>
              </a:rPr>
              <a:t>Given a state </a:t>
            </a:r>
            <a:r>
              <a:rPr i="1" lang="en-US" sz="3100">
                <a:solidFill>
                  <a:schemeClr val="dk1"/>
                </a:solidFill>
                <a:latin typeface="Times New Roman"/>
                <a:ea typeface="Times New Roman"/>
                <a:cs typeface="Times New Roman"/>
                <a:sym typeface="Times New Roman"/>
              </a:rPr>
              <a:t>s</a:t>
            </a:r>
            <a:r>
              <a:rPr lang="en-US" sz="3100">
                <a:solidFill>
                  <a:schemeClr val="dk1"/>
                </a:solidFill>
              </a:rPr>
              <a:t>:</a:t>
            </a:r>
            <a:endParaRPr sz="3100">
              <a:solidFill>
                <a:schemeClr val="dk1"/>
              </a:solidFill>
            </a:endParaRPr>
          </a:p>
          <a:p>
            <a:pPr indent="-330200" lvl="1" marL="965200" marR="0" rtl="0" algn="l">
              <a:lnSpc>
                <a:spcPct val="102699"/>
              </a:lnSpc>
              <a:spcBef>
                <a:spcPts val="1500"/>
              </a:spcBef>
              <a:spcAft>
                <a:spcPts val="0"/>
              </a:spcAft>
              <a:buClr>
                <a:schemeClr val="dk1"/>
              </a:buClr>
              <a:buSzPts val="3800"/>
              <a:buFont typeface="Arial"/>
              <a:buChar char="•"/>
            </a:pPr>
            <a:r>
              <a:rPr lang="en-US" sz="3100" cap="small">
                <a:solidFill>
                  <a:schemeClr val="dk1"/>
                </a:solidFill>
                <a:latin typeface="Times New Roman"/>
                <a:ea typeface="Times New Roman"/>
                <a:cs typeface="Times New Roman"/>
                <a:sym typeface="Times New Roman"/>
              </a:rPr>
              <a:t>MAX </a:t>
            </a:r>
            <a:r>
              <a:rPr lang="en-US" sz="3100">
                <a:solidFill>
                  <a:schemeClr val="dk1"/>
                </a:solidFill>
              </a:rPr>
              <a:t>picks action </a:t>
            </a:r>
            <a:r>
              <a:rPr i="1" lang="en-US" sz="3100">
                <a:solidFill>
                  <a:schemeClr val="dk1"/>
                </a:solidFill>
                <a:latin typeface="Times New Roman"/>
                <a:ea typeface="Times New Roman"/>
                <a:cs typeface="Times New Roman"/>
                <a:sym typeface="Times New Roman"/>
              </a:rPr>
              <a:t>a </a:t>
            </a:r>
            <a:r>
              <a:rPr lang="en-US" sz="3100">
                <a:solidFill>
                  <a:schemeClr val="dk1"/>
                </a:solidFill>
              </a:rPr>
              <a:t>in </a:t>
            </a:r>
            <a:r>
              <a:rPr lang="en-US" sz="3100" cap="small">
                <a:solidFill>
                  <a:schemeClr val="dk1"/>
                </a:solidFill>
                <a:latin typeface="Times New Roman"/>
                <a:ea typeface="Times New Roman"/>
                <a:cs typeface="Times New Roman"/>
                <a:sym typeface="Times New Roman"/>
              </a:rPr>
              <a:t>Actions(</a:t>
            </a:r>
            <a:r>
              <a:rPr i="1" lang="en-US" sz="3100">
                <a:solidFill>
                  <a:schemeClr val="dk1"/>
                </a:solidFill>
                <a:latin typeface="Times New Roman"/>
                <a:ea typeface="Times New Roman"/>
                <a:cs typeface="Times New Roman"/>
                <a:sym typeface="Times New Roman"/>
              </a:rPr>
              <a:t>s</a:t>
            </a:r>
            <a:r>
              <a:rPr lang="en-US" sz="3100" cap="small">
                <a:solidFill>
                  <a:schemeClr val="dk1"/>
                </a:solidFill>
                <a:latin typeface="Times New Roman"/>
                <a:ea typeface="Times New Roman"/>
                <a:cs typeface="Times New Roman"/>
                <a:sym typeface="Times New Roman"/>
              </a:rPr>
              <a:t>) </a:t>
            </a:r>
            <a:r>
              <a:rPr lang="en-US" sz="3100">
                <a:solidFill>
                  <a:schemeClr val="dk1"/>
                </a:solidFill>
              </a:rPr>
              <a:t>that produces highest value of </a:t>
            </a:r>
            <a:r>
              <a:rPr lang="en-US" sz="3100" cap="small">
                <a:solidFill>
                  <a:schemeClr val="dk1"/>
                </a:solidFill>
                <a:latin typeface="Times New Roman"/>
                <a:ea typeface="Times New Roman"/>
                <a:cs typeface="Times New Roman"/>
                <a:sym typeface="Times New Roman"/>
              </a:rPr>
              <a:t>Min-Value(Result(</a:t>
            </a:r>
            <a:r>
              <a:rPr i="1" lang="en-US" sz="3100">
                <a:solidFill>
                  <a:schemeClr val="dk1"/>
                </a:solidFill>
                <a:latin typeface="Times New Roman"/>
                <a:ea typeface="Times New Roman"/>
                <a:cs typeface="Times New Roman"/>
                <a:sym typeface="Times New Roman"/>
              </a:rPr>
              <a:t>s, a</a:t>
            </a:r>
            <a:r>
              <a:rPr lang="en-US" sz="3100" cap="small">
                <a:solidFill>
                  <a:schemeClr val="dk1"/>
                </a:solidFill>
                <a:latin typeface="Times New Roman"/>
                <a:ea typeface="Times New Roman"/>
                <a:cs typeface="Times New Roman"/>
                <a:sym typeface="Times New Roman"/>
              </a:rPr>
              <a:t>))</a:t>
            </a:r>
            <a:endParaRPr sz="3100">
              <a:solidFill>
                <a:schemeClr val="dk1"/>
              </a:solidFill>
              <a:latin typeface="Times New Roman"/>
              <a:ea typeface="Times New Roman"/>
              <a:cs typeface="Times New Roman"/>
              <a:sym typeface="Times New Roman"/>
            </a:endParaRPr>
          </a:p>
          <a:p>
            <a:pPr indent="-330200" lvl="1" marL="965200" marR="152400" rtl="0" algn="l">
              <a:lnSpc>
                <a:spcPct val="102699"/>
              </a:lnSpc>
              <a:spcBef>
                <a:spcPts val="1500"/>
              </a:spcBef>
              <a:spcAft>
                <a:spcPts val="0"/>
              </a:spcAft>
              <a:buClr>
                <a:schemeClr val="dk1"/>
              </a:buClr>
              <a:buSzPts val="3800"/>
              <a:buFont typeface="Arial"/>
              <a:buChar char="•"/>
            </a:pPr>
            <a:r>
              <a:rPr lang="en-US" sz="3100" cap="small">
                <a:solidFill>
                  <a:schemeClr val="dk1"/>
                </a:solidFill>
                <a:latin typeface="Times New Roman"/>
                <a:ea typeface="Times New Roman"/>
                <a:cs typeface="Times New Roman"/>
                <a:sym typeface="Times New Roman"/>
              </a:rPr>
              <a:t>MIN </a:t>
            </a:r>
            <a:r>
              <a:rPr lang="en-US" sz="3100">
                <a:solidFill>
                  <a:schemeClr val="dk1"/>
                </a:solidFill>
              </a:rPr>
              <a:t>picks action </a:t>
            </a:r>
            <a:r>
              <a:rPr i="1" lang="en-US" sz="3100">
                <a:solidFill>
                  <a:schemeClr val="dk1"/>
                </a:solidFill>
                <a:latin typeface="Times New Roman"/>
                <a:ea typeface="Times New Roman"/>
                <a:cs typeface="Times New Roman"/>
                <a:sym typeface="Times New Roman"/>
              </a:rPr>
              <a:t>a </a:t>
            </a:r>
            <a:r>
              <a:rPr lang="en-US" sz="3100">
                <a:solidFill>
                  <a:schemeClr val="dk1"/>
                </a:solidFill>
              </a:rPr>
              <a:t>in </a:t>
            </a:r>
            <a:r>
              <a:rPr lang="en-US" sz="3100" cap="small">
                <a:solidFill>
                  <a:schemeClr val="dk1"/>
                </a:solidFill>
                <a:latin typeface="Times New Roman"/>
                <a:ea typeface="Times New Roman"/>
                <a:cs typeface="Times New Roman"/>
                <a:sym typeface="Times New Roman"/>
              </a:rPr>
              <a:t>Actions(</a:t>
            </a:r>
            <a:r>
              <a:rPr i="1" lang="en-US" sz="3100">
                <a:solidFill>
                  <a:schemeClr val="dk1"/>
                </a:solidFill>
                <a:latin typeface="Times New Roman"/>
                <a:ea typeface="Times New Roman"/>
                <a:cs typeface="Times New Roman"/>
                <a:sym typeface="Times New Roman"/>
              </a:rPr>
              <a:t>s</a:t>
            </a:r>
            <a:r>
              <a:rPr lang="en-US" sz="3100" cap="small">
                <a:solidFill>
                  <a:schemeClr val="dk1"/>
                </a:solidFill>
                <a:latin typeface="Times New Roman"/>
                <a:ea typeface="Times New Roman"/>
                <a:cs typeface="Times New Roman"/>
                <a:sym typeface="Times New Roman"/>
              </a:rPr>
              <a:t>) </a:t>
            </a:r>
            <a:r>
              <a:rPr lang="en-US" sz="3100">
                <a:solidFill>
                  <a:schemeClr val="dk1"/>
                </a:solidFill>
              </a:rPr>
              <a:t>that produces smallest value of </a:t>
            </a:r>
            <a:r>
              <a:rPr lang="en-US" sz="3100" cap="small">
                <a:solidFill>
                  <a:schemeClr val="dk1"/>
                </a:solidFill>
                <a:latin typeface="Times New Roman"/>
                <a:ea typeface="Times New Roman"/>
                <a:cs typeface="Times New Roman"/>
                <a:sym typeface="Times New Roman"/>
              </a:rPr>
              <a:t>Max-Value(Result(</a:t>
            </a:r>
            <a:r>
              <a:rPr i="1" lang="en-US" sz="3100">
                <a:solidFill>
                  <a:schemeClr val="dk1"/>
                </a:solidFill>
                <a:latin typeface="Times New Roman"/>
                <a:ea typeface="Times New Roman"/>
                <a:cs typeface="Times New Roman"/>
                <a:sym typeface="Times New Roman"/>
              </a:rPr>
              <a:t>s, a</a:t>
            </a:r>
            <a:r>
              <a:rPr lang="en-US" sz="3100" cap="small">
                <a:solidFill>
                  <a:schemeClr val="dk1"/>
                </a:solidFill>
                <a:latin typeface="Times New Roman"/>
                <a:ea typeface="Times New Roman"/>
                <a:cs typeface="Times New Roman"/>
                <a:sym typeface="Times New Roman"/>
              </a:rPr>
              <a:t>))</a:t>
            </a:r>
            <a:endParaRPr sz="31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g332aa09071f_0_0"/>
          <p:cNvPicPr preferRelativeResize="0"/>
          <p:nvPr/>
        </p:nvPicPr>
        <p:blipFill rotWithShape="1">
          <a:blip r:embed="rId3">
            <a:alphaModFix/>
          </a:blip>
          <a:srcRect b="0" l="0" r="0" t="7758"/>
          <a:stretch/>
        </p:blipFill>
        <p:spPr>
          <a:xfrm>
            <a:off x="756625" y="1191300"/>
            <a:ext cx="10705575" cy="5375850"/>
          </a:xfrm>
          <a:prstGeom prst="rect">
            <a:avLst/>
          </a:prstGeom>
          <a:noFill/>
          <a:ln>
            <a:noFill/>
          </a:ln>
        </p:spPr>
      </p:pic>
      <p:sp>
        <p:nvSpPr>
          <p:cNvPr id="327" name="Google Shape;327;g332aa09071f_0_0"/>
          <p:cNvSpPr txBox="1"/>
          <p:nvPr/>
        </p:nvSpPr>
        <p:spPr>
          <a:xfrm>
            <a:off x="609600" y="228600"/>
            <a:ext cx="83229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100">
                <a:solidFill>
                  <a:srgbClr val="1C4587"/>
                </a:solidFill>
              </a:rPr>
              <a:t> Optimal decisions in multiplayer games:</a:t>
            </a:r>
            <a:endParaRPr b="1" sz="1900">
              <a:solidFill>
                <a:srgbClr val="1C4587"/>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descr="A screenshot of a cell phone&#10;&#10;Description automatically generated" id="332" name="Google Shape;332;p13"/>
          <p:cNvPicPr preferRelativeResize="0"/>
          <p:nvPr>
            <p:ph idx="1" type="body"/>
          </p:nvPr>
        </p:nvPicPr>
        <p:blipFill rotWithShape="1">
          <a:blip r:embed="rId3">
            <a:alphaModFix/>
          </a:blip>
          <a:srcRect b="0" l="0" r="0" t="0"/>
          <a:stretch/>
        </p:blipFill>
        <p:spPr>
          <a:xfrm>
            <a:off x="838200" y="193176"/>
            <a:ext cx="10515600" cy="6299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g33c2e5db9ed_0_2"/>
          <p:cNvPicPr preferRelativeResize="0"/>
          <p:nvPr/>
        </p:nvPicPr>
        <p:blipFill>
          <a:blip r:embed="rId3">
            <a:alphaModFix/>
          </a:blip>
          <a:stretch>
            <a:fillRect/>
          </a:stretch>
        </p:blipFill>
        <p:spPr>
          <a:xfrm>
            <a:off x="184750" y="79600"/>
            <a:ext cx="11887200" cy="643810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43" name="Google Shape;34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44" name="Google Shape;344;p11"/>
          <p:cNvPicPr preferRelativeResize="0"/>
          <p:nvPr/>
        </p:nvPicPr>
        <p:blipFill rotWithShape="1">
          <a:blip r:embed="rId3">
            <a:alphaModFix/>
          </a:blip>
          <a:srcRect b="0" l="0" r="0" t="0"/>
          <a:stretch/>
        </p:blipFill>
        <p:spPr>
          <a:xfrm>
            <a:off x="486697" y="221226"/>
            <a:ext cx="11120283" cy="6271649"/>
          </a:xfrm>
          <a:prstGeom prst="rect">
            <a:avLst/>
          </a:prstGeom>
          <a:noFill/>
          <a:ln>
            <a:noFill/>
          </a:ln>
        </p:spPr>
      </p:pic>
      <p:sp>
        <p:nvSpPr>
          <p:cNvPr id="345" name="Google Shape;345;p11"/>
          <p:cNvSpPr/>
          <p:nvPr/>
        </p:nvSpPr>
        <p:spPr>
          <a:xfrm>
            <a:off x="8509819" y="2492477"/>
            <a:ext cx="2315497" cy="48669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6" name="Google Shape;346;p11"/>
          <p:cNvSpPr/>
          <p:nvPr/>
        </p:nvSpPr>
        <p:spPr>
          <a:xfrm>
            <a:off x="6799005" y="3183423"/>
            <a:ext cx="1474839" cy="491153"/>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p11"/>
          <p:cNvSpPr/>
          <p:nvPr/>
        </p:nvSpPr>
        <p:spPr>
          <a:xfrm>
            <a:off x="7034980" y="4001294"/>
            <a:ext cx="1238864" cy="306988"/>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B80000"/>
                </a:solidFill>
                <a:latin typeface="Calibri"/>
                <a:ea typeface="Calibri"/>
                <a:cs typeface="Calibri"/>
                <a:sym typeface="Calibri"/>
              </a:rPr>
              <a:t>Hasan</a:t>
            </a:r>
            <a:endParaRPr b="0" i="0" sz="1800" u="none" cap="none" strike="noStrike">
              <a:solidFill>
                <a:schemeClr val="dk1"/>
              </a:solidFill>
              <a:latin typeface="Calibri"/>
              <a:ea typeface="Calibri"/>
              <a:cs typeface="Calibri"/>
              <a:sym typeface="Calibri"/>
            </a:endParaRPr>
          </a:p>
        </p:txBody>
      </p:sp>
      <p:sp>
        <p:nvSpPr>
          <p:cNvPr id="348" name="Google Shape;348;p11"/>
          <p:cNvSpPr txBox="1"/>
          <p:nvPr/>
        </p:nvSpPr>
        <p:spPr>
          <a:xfrm>
            <a:off x="8265856" y="2528957"/>
            <a:ext cx="2795434"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3864"/>
                </a:solidFill>
                <a:latin typeface="Calibri"/>
                <a:ea typeface="Calibri"/>
                <a:cs typeface="Calibri"/>
                <a:sym typeface="Calibri"/>
              </a:rPr>
              <a:t>Abu-Bakr         Abu-Bakr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1F3864"/>
              </a:solidFill>
              <a:latin typeface="Calibri"/>
              <a:ea typeface="Calibri"/>
              <a:cs typeface="Calibri"/>
              <a:sym typeface="Calibri"/>
            </a:endParaRPr>
          </a:p>
        </p:txBody>
      </p:sp>
      <p:sp>
        <p:nvSpPr>
          <p:cNvPr id="349" name="Google Shape;349;p11"/>
          <p:cNvSpPr txBox="1"/>
          <p:nvPr/>
        </p:nvSpPr>
        <p:spPr>
          <a:xfrm>
            <a:off x="7191066" y="3311557"/>
            <a:ext cx="131875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B80000"/>
                </a:solidFill>
                <a:latin typeface="Calibri"/>
                <a:ea typeface="Calibri"/>
                <a:cs typeface="Calibri"/>
                <a:sym typeface="Calibri"/>
              </a:rPr>
              <a:t>Hasan</a:t>
            </a:r>
            <a:r>
              <a:rPr b="1" i="0" lang="en-US" sz="2000" u="none" cap="none" strike="noStrike">
                <a:solidFill>
                  <a:srgbClr val="C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50" name="Google Shape;350;p11"/>
          <p:cNvSpPr txBox="1"/>
          <p:nvPr/>
        </p:nvSpPr>
        <p:spPr>
          <a:xfrm>
            <a:off x="6799005" y="2094271"/>
            <a:ext cx="4554795" cy="3052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11"/>
          <p:cNvSpPr/>
          <p:nvPr/>
        </p:nvSpPr>
        <p:spPr>
          <a:xfrm>
            <a:off x="6545825" y="1778359"/>
            <a:ext cx="5061155" cy="4398604"/>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52" name="Google Shape;352;p11"/>
          <p:cNvPicPr preferRelativeResize="0"/>
          <p:nvPr/>
        </p:nvPicPr>
        <p:blipFill rotWithShape="1">
          <a:blip r:embed="rId4">
            <a:alphaModFix/>
          </a:blip>
          <a:srcRect b="0" l="0" r="0" t="0"/>
          <a:stretch/>
        </p:blipFill>
        <p:spPr>
          <a:xfrm>
            <a:off x="6392809" y="1778359"/>
            <a:ext cx="5276850" cy="4232377"/>
          </a:xfrm>
          <a:prstGeom prst="rect">
            <a:avLst/>
          </a:prstGeom>
          <a:noFill/>
          <a:ln>
            <a:noFill/>
          </a:ln>
        </p:spPr>
      </p:pic>
      <p:sp>
        <p:nvSpPr>
          <p:cNvPr id="353" name="Google Shape;353;p11"/>
          <p:cNvSpPr/>
          <p:nvPr/>
        </p:nvSpPr>
        <p:spPr>
          <a:xfrm>
            <a:off x="3008671" y="6010736"/>
            <a:ext cx="221226" cy="48213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p11"/>
          <p:cNvSpPr txBox="1"/>
          <p:nvPr/>
        </p:nvSpPr>
        <p:spPr>
          <a:xfrm>
            <a:off x="2890684" y="5962619"/>
            <a:ext cx="33921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2"/>
          <p:cNvSpPr txBox="1"/>
          <p:nvPr>
            <p:ph type="title"/>
          </p:nvPr>
        </p:nvSpPr>
        <p:spPr>
          <a:xfrm>
            <a:off x="838200" y="2127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chemeClr val="accent1"/>
                </a:solidFill>
              </a:rPr>
              <a:t>Prisoner’s Dilemma in Extensive Form</a:t>
            </a:r>
            <a:endParaRPr b="1">
              <a:solidFill>
                <a:schemeClr val="accent1"/>
              </a:solidFill>
            </a:endParaRPr>
          </a:p>
        </p:txBody>
      </p:sp>
      <p:pic>
        <p:nvPicPr>
          <p:cNvPr descr="A picture containing text, whiteboard&#10;&#10;Description automatically generated" id="360" name="Google Shape;360;p12"/>
          <p:cNvPicPr preferRelativeResize="0"/>
          <p:nvPr>
            <p:ph idx="1" type="body"/>
          </p:nvPr>
        </p:nvPicPr>
        <p:blipFill rotWithShape="1">
          <a:blip r:embed="rId3">
            <a:alphaModFix/>
          </a:blip>
          <a:srcRect b="0" l="0" r="0" t="0"/>
          <a:stretch/>
        </p:blipFill>
        <p:spPr>
          <a:xfrm rot="-5400000">
            <a:off x="3553125" y="-1082725"/>
            <a:ext cx="4704600" cy="9879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latin typeface="Calibri"/>
                <a:ea typeface="Calibri"/>
                <a:cs typeface="Calibri"/>
                <a:sym typeface="Calibri"/>
              </a:rPr>
              <a:t>Properties of MiniMax algorithm:</a:t>
            </a:r>
            <a:br>
              <a:rPr b="1" lang="en-US">
                <a:solidFill>
                  <a:srgbClr val="0070C0"/>
                </a:solidFill>
                <a:latin typeface="Calibri"/>
                <a:ea typeface="Calibri"/>
                <a:cs typeface="Calibri"/>
                <a:sym typeface="Calibri"/>
              </a:rPr>
            </a:br>
            <a:endParaRPr b="1">
              <a:solidFill>
                <a:srgbClr val="0070C0"/>
              </a:solidFill>
              <a:latin typeface="Calibri"/>
              <a:ea typeface="Calibri"/>
              <a:cs typeface="Calibri"/>
              <a:sym typeface="Calibri"/>
            </a:endParaRPr>
          </a:p>
        </p:txBody>
      </p:sp>
      <p:sp>
        <p:nvSpPr>
          <p:cNvPr id="366" name="Google Shape;366;p14"/>
          <p:cNvSpPr txBox="1"/>
          <p:nvPr>
            <p:ph idx="1" type="body"/>
          </p:nvPr>
        </p:nvSpPr>
        <p:spPr>
          <a:xfrm>
            <a:off x="838200" y="15208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70C0"/>
              </a:buClr>
              <a:buSzPts val="2800"/>
              <a:buChar char="•"/>
            </a:pPr>
            <a:r>
              <a:rPr b="1" lang="en-US">
                <a:solidFill>
                  <a:srgbClr val="0070C0"/>
                </a:solidFill>
              </a:rPr>
              <a:t>Complete</a:t>
            </a:r>
            <a:r>
              <a:rPr b="1" lang="en-US"/>
              <a:t>-</a:t>
            </a:r>
            <a:r>
              <a:rPr lang="en-US"/>
              <a:t> Min-Max algorithm is Complete. It will definitely find a solution (if exist), in the finite search tree.</a:t>
            </a:r>
            <a:endParaRPr/>
          </a:p>
          <a:p>
            <a:pPr indent="-228600" lvl="0" marL="228600" rtl="0" algn="l">
              <a:lnSpc>
                <a:spcPct val="90000"/>
              </a:lnSpc>
              <a:spcBef>
                <a:spcPts val="1000"/>
              </a:spcBef>
              <a:spcAft>
                <a:spcPts val="0"/>
              </a:spcAft>
              <a:buClr>
                <a:srgbClr val="0070C0"/>
              </a:buClr>
              <a:buSzPts val="2800"/>
              <a:buChar char="•"/>
            </a:pPr>
            <a:r>
              <a:rPr b="1" lang="en-US">
                <a:solidFill>
                  <a:srgbClr val="0070C0"/>
                </a:solidFill>
              </a:rPr>
              <a:t>Optimal</a:t>
            </a:r>
            <a:r>
              <a:rPr b="1" lang="en-US"/>
              <a:t>-</a:t>
            </a:r>
            <a:r>
              <a:rPr lang="en-US"/>
              <a:t> Min-Max algorithm is optimal if both opponents are playing optimally.</a:t>
            </a:r>
            <a:endParaRPr/>
          </a:p>
          <a:p>
            <a:pPr indent="-228600" lvl="0" marL="228600" rtl="0" algn="l">
              <a:lnSpc>
                <a:spcPct val="90000"/>
              </a:lnSpc>
              <a:spcBef>
                <a:spcPts val="1000"/>
              </a:spcBef>
              <a:spcAft>
                <a:spcPts val="0"/>
              </a:spcAft>
              <a:buClr>
                <a:srgbClr val="0070C0"/>
              </a:buClr>
              <a:buSzPts val="2800"/>
              <a:buChar char="•"/>
            </a:pPr>
            <a:r>
              <a:rPr b="1" lang="en-US">
                <a:solidFill>
                  <a:srgbClr val="0070C0"/>
                </a:solidFill>
              </a:rPr>
              <a:t>Time complexity-</a:t>
            </a:r>
            <a:r>
              <a:rPr lang="en-US"/>
              <a:t> As it performs DFS for the game-tree, so the time complexity of Min-Max algorithm is </a:t>
            </a:r>
            <a:r>
              <a:rPr b="1" lang="en-US"/>
              <a:t>O(b</a:t>
            </a:r>
            <a:r>
              <a:rPr b="1" baseline="30000" lang="en-US"/>
              <a:t>d</a:t>
            </a:r>
            <a:r>
              <a:rPr b="1" lang="en-US"/>
              <a:t>)</a:t>
            </a:r>
            <a:r>
              <a:rPr lang="en-US"/>
              <a:t>, where b is branching factor of the game-tree, and m is the maximum depth of the tree.</a:t>
            </a:r>
            <a:endParaRPr/>
          </a:p>
          <a:p>
            <a:pPr indent="-228600" lvl="0" marL="228600" rtl="0" algn="l">
              <a:lnSpc>
                <a:spcPct val="90000"/>
              </a:lnSpc>
              <a:spcBef>
                <a:spcPts val="1000"/>
              </a:spcBef>
              <a:spcAft>
                <a:spcPts val="0"/>
              </a:spcAft>
              <a:buClr>
                <a:srgbClr val="0070C0"/>
              </a:buClr>
              <a:buSzPts val="2800"/>
              <a:buChar char="•"/>
            </a:pPr>
            <a:r>
              <a:rPr b="1" lang="en-US">
                <a:solidFill>
                  <a:srgbClr val="0070C0"/>
                </a:solidFill>
              </a:rPr>
              <a:t>Space Complexity-</a:t>
            </a:r>
            <a:r>
              <a:rPr lang="en-US"/>
              <a:t> Space complexity of </a:t>
            </a:r>
            <a:r>
              <a:rPr lang="en-US"/>
              <a:t>Minimax</a:t>
            </a:r>
            <a:r>
              <a:rPr lang="en-US"/>
              <a:t> algorithm is also similar to DFS which is </a:t>
            </a:r>
            <a:r>
              <a:rPr b="1" lang="en-US"/>
              <a:t>O (b</a:t>
            </a:r>
            <a:r>
              <a:rPr b="1" baseline="30000" lang="en-US"/>
              <a:t>d</a:t>
            </a:r>
            <a:r>
              <a:rPr b="1" lang="en-US"/>
              <a:t>)</a:t>
            </a:r>
            <a:r>
              <a:rPr lang="en-US"/>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latin typeface="Calibri"/>
                <a:ea typeface="Calibri"/>
                <a:cs typeface="Calibri"/>
                <a:sym typeface="Calibri"/>
              </a:rPr>
              <a:t>Alpha Beta Pruning</a:t>
            </a:r>
            <a:endParaRPr/>
          </a:p>
        </p:txBody>
      </p:sp>
      <p:sp>
        <p:nvSpPr>
          <p:cNvPr id="372" name="Google Shape;372;p15"/>
          <p:cNvSpPr txBox="1"/>
          <p:nvPr>
            <p:ph idx="1" type="body"/>
          </p:nvPr>
        </p:nvSpPr>
        <p:spPr>
          <a:xfrm>
            <a:off x="838200" y="1430594"/>
            <a:ext cx="10515600" cy="474636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an optimization technique for the min-max algorithm.</a:t>
            </a:r>
            <a:endParaRPr/>
          </a:p>
          <a:p>
            <a:pPr indent="-228600" lvl="0" marL="228600" rtl="0" algn="l">
              <a:lnSpc>
                <a:spcPct val="90000"/>
              </a:lnSpc>
              <a:spcBef>
                <a:spcPts val="1000"/>
              </a:spcBef>
              <a:spcAft>
                <a:spcPts val="0"/>
              </a:spcAft>
              <a:buClr>
                <a:schemeClr val="dk1"/>
              </a:buClr>
              <a:buSzPts val="2800"/>
              <a:buChar char="•"/>
            </a:pPr>
            <a:r>
              <a:rPr lang="en-US"/>
              <a:t>In minmax search, algorithm has to traverse all of the possible game states in depth of the tree i.e. </a:t>
            </a:r>
            <a:r>
              <a:rPr b="1" lang="en-US"/>
              <a:t>O (b</a:t>
            </a:r>
            <a:r>
              <a:rPr b="1" baseline="30000" lang="en-US"/>
              <a:t>d</a:t>
            </a:r>
            <a:r>
              <a:rPr b="1" lang="en-US"/>
              <a:t>) </a:t>
            </a:r>
            <a:r>
              <a:rPr lang="en-US"/>
              <a:t>to make decision.</a:t>
            </a:r>
            <a:endParaRPr/>
          </a:p>
          <a:p>
            <a:pPr indent="-228600" lvl="0" marL="228600" rtl="0" algn="l">
              <a:lnSpc>
                <a:spcPct val="90000"/>
              </a:lnSpc>
              <a:spcBef>
                <a:spcPts val="1000"/>
              </a:spcBef>
              <a:spcAft>
                <a:spcPts val="0"/>
              </a:spcAft>
              <a:buClr>
                <a:srgbClr val="0070C0"/>
              </a:buClr>
              <a:buSzPts val="2800"/>
              <a:buChar char="•"/>
            </a:pPr>
            <a:r>
              <a:rPr b="1" lang="en-US">
                <a:solidFill>
                  <a:srgbClr val="0070C0"/>
                </a:solidFill>
              </a:rPr>
              <a:t>α-β</a:t>
            </a:r>
            <a:r>
              <a:rPr lang="en-US">
                <a:solidFill>
                  <a:srgbClr val="0070C0"/>
                </a:solidFill>
              </a:rPr>
              <a:t> </a:t>
            </a:r>
            <a:r>
              <a:rPr lang="en-US"/>
              <a:t>cuts off branches in the game tree which need not be searched because there already exists a better move available.</a:t>
            </a:r>
            <a:endParaRPr/>
          </a:p>
          <a:p>
            <a:pPr indent="0" lvl="0" marL="0" rtl="0" algn="l">
              <a:lnSpc>
                <a:spcPct val="90000"/>
              </a:lnSpc>
              <a:spcBef>
                <a:spcPts val="1000"/>
              </a:spcBef>
              <a:spcAft>
                <a:spcPts val="0"/>
              </a:spcAft>
              <a:buClr>
                <a:schemeClr val="dk1"/>
              </a:buClr>
              <a:buSzPts val="2800"/>
              <a:buNone/>
            </a:pPr>
            <a:r>
              <a:rPr b="1" lang="en-US"/>
              <a:t>The two-parameter can be defined as:</a:t>
            </a:r>
            <a:endParaRPr/>
          </a:p>
          <a:p>
            <a:pPr indent="-228600" lvl="0" marL="228600" rtl="0" algn="l">
              <a:lnSpc>
                <a:spcPct val="90000"/>
              </a:lnSpc>
              <a:spcBef>
                <a:spcPts val="1000"/>
              </a:spcBef>
              <a:spcAft>
                <a:spcPts val="0"/>
              </a:spcAft>
              <a:buClr>
                <a:schemeClr val="dk1"/>
              </a:buClr>
              <a:buSzPts val="2800"/>
              <a:buChar char="•"/>
            </a:pPr>
            <a:r>
              <a:rPr lang="en-US"/>
              <a:t>α= the value of the best (i.e., highest-value) choice we have found so far at any choice point along the path for MAX.</a:t>
            </a:r>
            <a:endParaRPr/>
          </a:p>
          <a:p>
            <a:pPr indent="-228600" lvl="0" marL="228600" rtl="0" algn="l">
              <a:lnSpc>
                <a:spcPct val="90000"/>
              </a:lnSpc>
              <a:spcBef>
                <a:spcPts val="1000"/>
              </a:spcBef>
              <a:spcAft>
                <a:spcPts val="0"/>
              </a:spcAft>
              <a:buClr>
                <a:schemeClr val="dk1"/>
              </a:buClr>
              <a:buSzPts val="2800"/>
              <a:buChar char="•"/>
            </a:pPr>
            <a:r>
              <a:rPr lang="en-US"/>
              <a:t>β = the value of the best (i.e., lowest-value) choice we have found so far at any choice point along the path for MIN.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3baac5e167_0_197"/>
          <p:cNvSpPr/>
          <p:nvPr/>
        </p:nvSpPr>
        <p:spPr>
          <a:xfrm>
            <a:off x="1493941" y="2459390"/>
            <a:ext cx="1183905" cy="1183519"/>
          </a:xfrm>
          <a:custGeom>
            <a:rect b="b" l="l" r="r" t="t"/>
            <a:pathLst>
              <a:path extrusionOk="0" h="1948179" w="1948814">
                <a:moveTo>
                  <a:pt x="1948793" y="0"/>
                </a:moveTo>
                <a:lnTo>
                  <a:pt x="0" y="0"/>
                </a:lnTo>
                <a:lnTo>
                  <a:pt x="974396" y="1947584"/>
                </a:lnTo>
                <a:lnTo>
                  <a:pt x="1948793"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78" name="Google Shape;378;g33baac5e167_0_197"/>
          <p:cNvSpPr/>
          <p:nvPr/>
        </p:nvSpPr>
        <p:spPr>
          <a:xfrm>
            <a:off x="5429444" y="2453041"/>
            <a:ext cx="1183905" cy="1183519"/>
          </a:xfrm>
          <a:custGeom>
            <a:rect b="b" l="l" r="r" t="t"/>
            <a:pathLst>
              <a:path extrusionOk="0" h="1948179" w="1948815">
                <a:moveTo>
                  <a:pt x="1948793" y="0"/>
                </a:moveTo>
                <a:lnTo>
                  <a:pt x="0" y="0"/>
                </a:lnTo>
                <a:lnTo>
                  <a:pt x="974396" y="1947584"/>
                </a:lnTo>
                <a:lnTo>
                  <a:pt x="1948793"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79" name="Google Shape;379;g33baac5e167_0_197"/>
          <p:cNvSpPr/>
          <p:nvPr/>
        </p:nvSpPr>
        <p:spPr>
          <a:xfrm>
            <a:off x="9364300" y="2440342"/>
            <a:ext cx="1183905" cy="1183519"/>
          </a:xfrm>
          <a:custGeom>
            <a:rect b="b" l="l" r="r" t="t"/>
            <a:pathLst>
              <a:path extrusionOk="0" h="1948179" w="1948815">
                <a:moveTo>
                  <a:pt x="1948799" y="0"/>
                </a:moveTo>
                <a:lnTo>
                  <a:pt x="0" y="0"/>
                </a:lnTo>
                <a:lnTo>
                  <a:pt x="974399" y="1947584"/>
                </a:lnTo>
                <a:lnTo>
                  <a:pt x="194879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0" name="Google Shape;380;g33baac5e167_0_197"/>
          <p:cNvSpPr/>
          <p:nvPr/>
        </p:nvSpPr>
        <p:spPr>
          <a:xfrm>
            <a:off x="5505083" y="303254"/>
            <a:ext cx="1183905" cy="1183905"/>
          </a:xfrm>
          <a:custGeom>
            <a:rect b="b" l="l" r="r" t="t"/>
            <a:pathLst>
              <a:path extrusionOk="0" h="1948814" w="1948815">
                <a:moveTo>
                  <a:pt x="974396" y="0"/>
                </a:moveTo>
                <a:lnTo>
                  <a:pt x="0" y="1948790"/>
                </a:lnTo>
                <a:lnTo>
                  <a:pt x="1948796" y="1948790"/>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1" name="Google Shape;381;g33baac5e167_0_197"/>
          <p:cNvSpPr/>
          <p:nvPr/>
        </p:nvSpPr>
        <p:spPr>
          <a:xfrm>
            <a:off x="199642" y="5076689"/>
            <a:ext cx="1183905" cy="1183905"/>
          </a:xfrm>
          <a:custGeom>
            <a:rect b="b" l="l" r="r" t="t"/>
            <a:pathLst>
              <a:path extrusionOk="0" h="1948815" w="1948814">
                <a:moveTo>
                  <a:pt x="974397" y="0"/>
                </a:moveTo>
                <a:lnTo>
                  <a:pt x="0" y="1948793"/>
                </a:lnTo>
                <a:lnTo>
                  <a:pt x="1948793" y="1948793"/>
                </a:lnTo>
                <a:lnTo>
                  <a:pt x="974397"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2" name="Google Shape;382;g33baac5e167_0_197"/>
          <p:cNvSpPr/>
          <p:nvPr/>
        </p:nvSpPr>
        <p:spPr>
          <a:xfrm>
            <a:off x="1494587" y="5084385"/>
            <a:ext cx="1183905" cy="1183905"/>
          </a:xfrm>
          <a:custGeom>
            <a:rect b="b" l="l" r="r" t="t"/>
            <a:pathLst>
              <a:path extrusionOk="0" h="1948815" w="1948814">
                <a:moveTo>
                  <a:pt x="974396" y="0"/>
                </a:moveTo>
                <a:lnTo>
                  <a:pt x="0" y="1948793"/>
                </a:lnTo>
                <a:lnTo>
                  <a:pt x="1948793" y="1948793"/>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3" name="Google Shape;383;g33baac5e167_0_197"/>
          <p:cNvSpPr/>
          <p:nvPr/>
        </p:nvSpPr>
        <p:spPr>
          <a:xfrm>
            <a:off x="2840201" y="5074375"/>
            <a:ext cx="1183905" cy="1183905"/>
          </a:xfrm>
          <a:custGeom>
            <a:rect b="b" l="l" r="r" t="t"/>
            <a:pathLst>
              <a:path extrusionOk="0" h="1948815" w="1948815">
                <a:moveTo>
                  <a:pt x="974396" y="0"/>
                </a:moveTo>
                <a:lnTo>
                  <a:pt x="0" y="1948793"/>
                </a:lnTo>
                <a:lnTo>
                  <a:pt x="1948793" y="1948793"/>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4" name="Google Shape;384;g33baac5e167_0_197"/>
          <p:cNvSpPr/>
          <p:nvPr/>
        </p:nvSpPr>
        <p:spPr>
          <a:xfrm>
            <a:off x="4134500" y="5070823"/>
            <a:ext cx="1183905" cy="1183905"/>
          </a:xfrm>
          <a:custGeom>
            <a:rect b="b" l="l" r="r" t="t"/>
            <a:pathLst>
              <a:path extrusionOk="0" h="1948815" w="1948815">
                <a:moveTo>
                  <a:pt x="974396" y="0"/>
                </a:moveTo>
                <a:lnTo>
                  <a:pt x="0" y="1948793"/>
                </a:lnTo>
                <a:lnTo>
                  <a:pt x="1948793" y="1948793"/>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5" name="Google Shape;385;g33baac5e167_0_197"/>
          <p:cNvSpPr/>
          <p:nvPr/>
        </p:nvSpPr>
        <p:spPr>
          <a:xfrm>
            <a:off x="5429445" y="5078519"/>
            <a:ext cx="1183905" cy="1183905"/>
          </a:xfrm>
          <a:custGeom>
            <a:rect b="b" l="l" r="r" t="t"/>
            <a:pathLst>
              <a:path extrusionOk="0" h="1948815" w="1948815">
                <a:moveTo>
                  <a:pt x="974396" y="0"/>
                </a:moveTo>
                <a:lnTo>
                  <a:pt x="0" y="1948793"/>
                </a:lnTo>
                <a:lnTo>
                  <a:pt x="1948790" y="1948793"/>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6" name="Google Shape;386;g33baac5e167_0_197"/>
          <p:cNvSpPr/>
          <p:nvPr/>
        </p:nvSpPr>
        <p:spPr>
          <a:xfrm>
            <a:off x="6775062" y="5068509"/>
            <a:ext cx="1183905" cy="1183905"/>
          </a:xfrm>
          <a:custGeom>
            <a:rect b="b" l="l" r="r" t="t"/>
            <a:pathLst>
              <a:path extrusionOk="0" h="1948815" w="1948815">
                <a:moveTo>
                  <a:pt x="974389" y="0"/>
                </a:moveTo>
                <a:lnTo>
                  <a:pt x="0" y="1948792"/>
                </a:lnTo>
                <a:lnTo>
                  <a:pt x="1948788" y="1948792"/>
                </a:lnTo>
                <a:lnTo>
                  <a:pt x="97438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7" name="Google Shape;387;g33baac5e167_0_197"/>
          <p:cNvSpPr/>
          <p:nvPr/>
        </p:nvSpPr>
        <p:spPr>
          <a:xfrm>
            <a:off x="8068659" y="5061853"/>
            <a:ext cx="1183905" cy="1183905"/>
          </a:xfrm>
          <a:custGeom>
            <a:rect b="b" l="l" r="r" t="t"/>
            <a:pathLst>
              <a:path extrusionOk="0" h="1948815" w="1948815">
                <a:moveTo>
                  <a:pt x="974399" y="0"/>
                </a:moveTo>
                <a:lnTo>
                  <a:pt x="0" y="1948793"/>
                </a:lnTo>
                <a:lnTo>
                  <a:pt x="1948788" y="1948793"/>
                </a:lnTo>
                <a:lnTo>
                  <a:pt x="97439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8" name="Google Shape;388;g33baac5e167_0_197"/>
          <p:cNvSpPr/>
          <p:nvPr/>
        </p:nvSpPr>
        <p:spPr>
          <a:xfrm>
            <a:off x="9363602" y="5069549"/>
            <a:ext cx="1183905" cy="1183905"/>
          </a:xfrm>
          <a:custGeom>
            <a:rect b="b" l="l" r="r" t="t"/>
            <a:pathLst>
              <a:path extrusionOk="0" h="1948815" w="1948815">
                <a:moveTo>
                  <a:pt x="974399" y="0"/>
                </a:moveTo>
                <a:lnTo>
                  <a:pt x="0" y="1948793"/>
                </a:lnTo>
                <a:lnTo>
                  <a:pt x="1948799" y="1948793"/>
                </a:lnTo>
                <a:lnTo>
                  <a:pt x="97439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89" name="Google Shape;389;g33baac5e167_0_197"/>
          <p:cNvSpPr/>
          <p:nvPr/>
        </p:nvSpPr>
        <p:spPr>
          <a:xfrm>
            <a:off x="10709217" y="5065888"/>
            <a:ext cx="1183905" cy="1183905"/>
          </a:xfrm>
          <a:custGeom>
            <a:rect b="b" l="l" r="r" t="t"/>
            <a:pathLst>
              <a:path extrusionOk="0" h="1948815" w="1948815">
                <a:moveTo>
                  <a:pt x="974399" y="0"/>
                </a:moveTo>
                <a:lnTo>
                  <a:pt x="0" y="1948793"/>
                </a:lnTo>
                <a:lnTo>
                  <a:pt x="1948799" y="1948793"/>
                </a:lnTo>
                <a:lnTo>
                  <a:pt x="97439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90" name="Google Shape;390;g33baac5e167_0_197"/>
          <p:cNvSpPr/>
          <p:nvPr/>
        </p:nvSpPr>
        <p:spPr>
          <a:xfrm>
            <a:off x="5505083" y="303254"/>
            <a:ext cx="1183905" cy="1183905"/>
          </a:xfrm>
          <a:custGeom>
            <a:rect b="b" l="l" r="r" t="t"/>
            <a:pathLst>
              <a:path extrusionOk="0" h="1948814" w="1948815">
                <a:moveTo>
                  <a:pt x="974396" y="0"/>
                </a:moveTo>
                <a:lnTo>
                  <a:pt x="0" y="1948790"/>
                </a:lnTo>
                <a:lnTo>
                  <a:pt x="1948796" y="1948790"/>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91" name="Google Shape;391;g33baac5e167_0_197"/>
          <p:cNvSpPr txBox="1"/>
          <p:nvPr/>
        </p:nvSpPr>
        <p:spPr>
          <a:xfrm>
            <a:off x="5967648" y="830440"/>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4</a:t>
            </a:r>
            <a:endParaRPr sz="3500">
              <a:latin typeface="Consolas"/>
              <a:ea typeface="Consolas"/>
              <a:cs typeface="Consolas"/>
              <a:sym typeface="Consolas"/>
            </a:endParaRPr>
          </a:p>
        </p:txBody>
      </p:sp>
      <p:grpSp>
        <p:nvGrpSpPr>
          <p:cNvPr id="392" name="Google Shape;392;g33baac5e167_0_197"/>
          <p:cNvGrpSpPr/>
          <p:nvPr/>
        </p:nvGrpSpPr>
        <p:grpSpPr>
          <a:xfrm>
            <a:off x="2023828" y="1492118"/>
            <a:ext cx="7922085" cy="910835"/>
            <a:chOff x="3337447" y="2460617"/>
            <a:chExt cx="13064124" cy="1502037"/>
          </a:xfrm>
        </p:grpSpPr>
        <p:sp>
          <p:nvSpPr>
            <p:cNvPr id="393" name="Google Shape;393;g33baac5e167_0_197"/>
            <p:cNvSpPr/>
            <p:nvPr/>
          </p:nvSpPr>
          <p:spPr>
            <a:xfrm>
              <a:off x="3337447" y="2493900"/>
              <a:ext cx="6419215" cy="1468754"/>
            </a:xfrm>
            <a:custGeom>
              <a:rect b="b" l="l" r="r" t="t"/>
              <a:pathLst>
                <a:path extrusionOk="0" h="1468754" w="6419215">
                  <a:moveTo>
                    <a:pt x="6418702" y="0"/>
                  </a:moveTo>
                  <a:lnTo>
                    <a:pt x="0" y="1468578"/>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94" name="Google Shape;394;g33baac5e167_0_197"/>
            <p:cNvSpPr/>
            <p:nvPr/>
          </p:nvSpPr>
          <p:spPr>
            <a:xfrm>
              <a:off x="10357006" y="2460617"/>
              <a:ext cx="6044565" cy="1494789"/>
            </a:xfrm>
            <a:custGeom>
              <a:rect b="b" l="l" r="r" t="t"/>
              <a:pathLst>
                <a:path extrusionOk="0" h="1494789" w="6044565">
                  <a:moveTo>
                    <a:pt x="0" y="0"/>
                  </a:moveTo>
                  <a:lnTo>
                    <a:pt x="6044523" y="1494634"/>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sp>
        <p:nvSpPr>
          <p:cNvPr id="395" name="Google Shape;395;g33baac5e167_0_197"/>
          <p:cNvSpPr/>
          <p:nvPr/>
        </p:nvSpPr>
        <p:spPr>
          <a:xfrm>
            <a:off x="9363659" y="2446078"/>
            <a:ext cx="1183905" cy="1183519"/>
          </a:xfrm>
          <a:custGeom>
            <a:rect b="b" l="l" r="r" t="t"/>
            <a:pathLst>
              <a:path extrusionOk="0" h="1948179" w="1948815">
                <a:moveTo>
                  <a:pt x="1948788" y="0"/>
                </a:moveTo>
                <a:lnTo>
                  <a:pt x="0" y="0"/>
                </a:lnTo>
                <a:lnTo>
                  <a:pt x="974399" y="1947584"/>
                </a:lnTo>
                <a:lnTo>
                  <a:pt x="1948788" y="0"/>
                </a:lnTo>
                <a:close/>
              </a:path>
            </a:pathLst>
          </a:custGeom>
          <a:solidFill>
            <a:srgbClr val="EE220C"/>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396" name="Google Shape;396;g33baac5e167_0_197"/>
          <p:cNvSpPr txBox="1"/>
          <p:nvPr/>
        </p:nvSpPr>
        <p:spPr>
          <a:xfrm>
            <a:off x="9822098" y="2436877"/>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2</a:t>
            </a:r>
            <a:endParaRPr sz="3500">
              <a:latin typeface="Consolas"/>
              <a:ea typeface="Consolas"/>
              <a:cs typeface="Consolas"/>
              <a:sym typeface="Consolas"/>
            </a:endParaRPr>
          </a:p>
        </p:txBody>
      </p:sp>
      <p:sp>
        <p:nvSpPr>
          <p:cNvPr id="397" name="Google Shape;397;g33baac5e167_0_197"/>
          <p:cNvSpPr/>
          <p:nvPr/>
        </p:nvSpPr>
        <p:spPr>
          <a:xfrm>
            <a:off x="8069357" y="5061368"/>
            <a:ext cx="1183905" cy="1183905"/>
          </a:xfrm>
          <a:custGeom>
            <a:rect b="b" l="l" r="r" t="t"/>
            <a:pathLst>
              <a:path extrusionOk="0" h="1948815" w="1948815">
                <a:moveTo>
                  <a:pt x="974399" y="0"/>
                </a:moveTo>
                <a:lnTo>
                  <a:pt x="0" y="1948793"/>
                </a:lnTo>
                <a:lnTo>
                  <a:pt x="1948799" y="1948793"/>
                </a:lnTo>
                <a:lnTo>
                  <a:pt x="974399"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nvGrpSpPr>
          <p:cNvPr id="398" name="Google Shape;398;g33baac5e167_0_197"/>
          <p:cNvGrpSpPr/>
          <p:nvPr/>
        </p:nvGrpSpPr>
        <p:grpSpPr>
          <a:xfrm>
            <a:off x="8654774" y="3658750"/>
            <a:ext cx="2691762" cy="1335461"/>
            <a:chOff x="14272385" y="6033558"/>
            <a:chExt cx="4438921" cy="2202277"/>
          </a:xfrm>
        </p:grpSpPr>
        <p:sp>
          <p:nvSpPr>
            <p:cNvPr id="399" name="Google Shape;399;g33baac5e167_0_197"/>
            <p:cNvSpPr/>
            <p:nvPr/>
          </p:nvSpPr>
          <p:spPr>
            <a:xfrm>
              <a:off x="16605012" y="6033558"/>
              <a:ext cx="2106294" cy="2199004"/>
            </a:xfrm>
            <a:custGeom>
              <a:rect b="b" l="l" r="r" t="t"/>
              <a:pathLst>
                <a:path extrusionOk="0" h="2199004" w="2106294">
                  <a:moveTo>
                    <a:pt x="0" y="0"/>
                  </a:moveTo>
                  <a:lnTo>
                    <a:pt x="2105750" y="2198947"/>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00" name="Google Shape;400;g33baac5e167_0_197"/>
            <p:cNvSpPr/>
            <p:nvPr/>
          </p:nvSpPr>
          <p:spPr>
            <a:xfrm>
              <a:off x="14272385" y="6059880"/>
              <a:ext cx="1975484" cy="2172970"/>
            </a:xfrm>
            <a:custGeom>
              <a:rect b="b" l="l" r="r" t="t"/>
              <a:pathLst>
                <a:path extrusionOk="0" h="2172970" w="1975484">
                  <a:moveTo>
                    <a:pt x="1975172" y="0"/>
                  </a:moveTo>
                  <a:lnTo>
                    <a:pt x="0" y="217262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01" name="Google Shape;401;g33baac5e167_0_197"/>
            <p:cNvSpPr/>
            <p:nvPr/>
          </p:nvSpPr>
          <p:spPr>
            <a:xfrm>
              <a:off x="16393102" y="6118745"/>
              <a:ext cx="13969" cy="2117090"/>
            </a:xfrm>
            <a:custGeom>
              <a:rect b="b" l="l" r="r" t="t"/>
              <a:pathLst>
                <a:path extrusionOk="0" h="2117090" w="13969">
                  <a:moveTo>
                    <a:pt x="0" y="0"/>
                  </a:moveTo>
                  <a:lnTo>
                    <a:pt x="13528" y="211706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sp>
        <p:nvSpPr>
          <p:cNvPr id="402" name="Google Shape;402;g33baac5e167_0_197"/>
          <p:cNvSpPr txBox="1"/>
          <p:nvPr/>
        </p:nvSpPr>
        <p:spPr>
          <a:xfrm>
            <a:off x="8533048" y="5586256"/>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2</a:t>
            </a:r>
            <a:endParaRPr sz="3500">
              <a:latin typeface="Consolas"/>
              <a:ea typeface="Consolas"/>
              <a:cs typeface="Consolas"/>
              <a:sym typeface="Consolas"/>
            </a:endParaRPr>
          </a:p>
        </p:txBody>
      </p:sp>
      <p:sp>
        <p:nvSpPr>
          <p:cNvPr id="403" name="Google Shape;403;g33baac5e167_0_197"/>
          <p:cNvSpPr/>
          <p:nvPr/>
        </p:nvSpPr>
        <p:spPr>
          <a:xfrm>
            <a:off x="10709916" y="5061368"/>
            <a:ext cx="1183905" cy="1183905"/>
          </a:xfrm>
          <a:custGeom>
            <a:rect b="b" l="l" r="r" t="t"/>
            <a:pathLst>
              <a:path extrusionOk="0" h="1948815" w="1948815">
                <a:moveTo>
                  <a:pt x="974399" y="0"/>
                </a:moveTo>
                <a:lnTo>
                  <a:pt x="0" y="1948793"/>
                </a:lnTo>
                <a:lnTo>
                  <a:pt x="1948799" y="1948793"/>
                </a:lnTo>
                <a:lnTo>
                  <a:pt x="974399"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04" name="Google Shape;404;g33baac5e167_0_197"/>
          <p:cNvSpPr txBox="1"/>
          <p:nvPr/>
        </p:nvSpPr>
        <p:spPr>
          <a:xfrm>
            <a:off x="11168298" y="5586256"/>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6</a:t>
            </a:r>
            <a:endParaRPr sz="3500">
              <a:latin typeface="Consolas"/>
              <a:ea typeface="Consolas"/>
              <a:cs typeface="Consolas"/>
              <a:sym typeface="Consolas"/>
            </a:endParaRPr>
          </a:p>
        </p:txBody>
      </p:sp>
      <p:sp>
        <p:nvSpPr>
          <p:cNvPr id="405" name="Google Shape;405;g33baac5e167_0_197"/>
          <p:cNvSpPr/>
          <p:nvPr/>
        </p:nvSpPr>
        <p:spPr>
          <a:xfrm>
            <a:off x="9363659" y="5063375"/>
            <a:ext cx="1183905" cy="1183905"/>
          </a:xfrm>
          <a:custGeom>
            <a:rect b="b" l="l" r="r" t="t"/>
            <a:pathLst>
              <a:path extrusionOk="0" h="1948815" w="1948815">
                <a:moveTo>
                  <a:pt x="974399" y="0"/>
                </a:moveTo>
                <a:lnTo>
                  <a:pt x="0" y="1948793"/>
                </a:lnTo>
                <a:lnTo>
                  <a:pt x="1948788" y="1948793"/>
                </a:lnTo>
                <a:lnTo>
                  <a:pt x="974399"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06" name="Google Shape;406;g33baac5e167_0_197"/>
          <p:cNvSpPr txBox="1"/>
          <p:nvPr/>
        </p:nvSpPr>
        <p:spPr>
          <a:xfrm>
            <a:off x="9822098" y="559260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4</a:t>
            </a:r>
            <a:endParaRPr sz="3500">
              <a:latin typeface="Consolas"/>
              <a:ea typeface="Consolas"/>
              <a:cs typeface="Consolas"/>
              <a:sym typeface="Consolas"/>
            </a:endParaRPr>
          </a:p>
        </p:txBody>
      </p:sp>
      <p:sp>
        <p:nvSpPr>
          <p:cNvPr id="407" name="Google Shape;407;g33baac5e167_0_197"/>
          <p:cNvSpPr/>
          <p:nvPr/>
        </p:nvSpPr>
        <p:spPr>
          <a:xfrm>
            <a:off x="5428799" y="2452734"/>
            <a:ext cx="1183905" cy="1183519"/>
          </a:xfrm>
          <a:custGeom>
            <a:rect b="b" l="l" r="r" t="t"/>
            <a:pathLst>
              <a:path extrusionOk="0" h="1948179" w="1948815">
                <a:moveTo>
                  <a:pt x="1948787" y="0"/>
                </a:moveTo>
                <a:lnTo>
                  <a:pt x="0" y="0"/>
                </a:lnTo>
                <a:lnTo>
                  <a:pt x="974396" y="1947584"/>
                </a:lnTo>
                <a:lnTo>
                  <a:pt x="1948787" y="0"/>
                </a:lnTo>
                <a:close/>
              </a:path>
            </a:pathLst>
          </a:custGeom>
          <a:solidFill>
            <a:srgbClr val="EE220C"/>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08" name="Google Shape;408;g33baac5e167_0_197"/>
          <p:cNvSpPr txBox="1"/>
          <p:nvPr/>
        </p:nvSpPr>
        <p:spPr>
          <a:xfrm>
            <a:off x="5891448" y="2443227"/>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3</a:t>
            </a:r>
            <a:endParaRPr sz="3500">
              <a:latin typeface="Consolas"/>
              <a:ea typeface="Consolas"/>
              <a:cs typeface="Consolas"/>
              <a:sym typeface="Consolas"/>
            </a:endParaRPr>
          </a:p>
        </p:txBody>
      </p:sp>
      <p:sp>
        <p:nvSpPr>
          <p:cNvPr id="409" name="Google Shape;409;g33baac5e167_0_197"/>
          <p:cNvSpPr/>
          <p:nvPr/>
        </p:nvSpPr>
        <p:spPr>
          <a:xfrm>
            <a:off x="4134500" y="5068025"/>
            <a:ext cx="1183905" cy="1183905"/>
          </a:xfrm>
          <a:custGeom>
            <a:rect b="b" l="l" r="r" t="t"/>
            <a:pathLst>
              <a:path extrusionOk="0" h="1948815" w="1948815">
                <a:moveTo>
                  <a:pt x="974396" y="0"/>
                </a:moveTo>
                <a:lnTo>
                  <a:pt x="0" y="1948793"/>
                </a:lnTo>
                <a:lnTo>
                  <a:pt x="1948793" y="1948793"/>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nvGrpSpPr>
          <p:cNvPr id="410" name="Google Shape;410;g33baac5e167_0_197"/>
          <p:cNvGrpSpPr/>
          <p:nvPr/>
        </p:nvGrpSpPr>
        <p:grpSpPr>
          <a:xfrm>
            <a:off x="4720201" y="3665407"/>
            <a:ext cx="2691760" cy="1335460"/>
            <a:chOff x="7783973" y="6044536"/>
            <a:chExt cx="4438919" cy="2202276"/>
          </a:xfrm>
        </p:grpSpPr>
        <p:sp>
          <p:nvSpPr>
            <p:cNvPr id="411" name="Google Shape;411;g33baac5e167_0_197"/>
            <p:cNvSpPr/>
            <p:nvPr/>
          </p:nvSpPr>
          <p:spPr>
            <a:xfrm>
              <a:off x="10116597" y="6044536"/>
              <a:ext cx="2106295" cy="2199004"/>
            </a:xfrm>
            <a:custGeom>
              <a:rect b="b" l="l" r="r" t="t"/>
              <a:pathLst>
                <a:path extrusionOk="0" h="2199004" w="2106295">
                  <a:moveTo>
                    <a:pt x="0" y="0"/>
                  </a:moveTo>
                  <a:lnTo>
                    <a:pt x="2105750" y="2198947"/>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12" name="Google Shape;412;g33baac5e167_0_197"/>
            <p:cNvSpPr/>
            <p:nvPr/>
          </p:nvSpPr>
          <p:spPr>
            <a:xfrm>
              <a:off x="7783973" y="6070857"/>
              <a:ext cx="1975484" cy="2172970"/>
            </a:xfrm>
            <a:custGeom>
              <a:rect b="b" l="l" r="r" t="t"/>
              <a:pathLst>
                <a:path extrusionOk="0" h="2172970" w="1975484">
                  <a:moveTo>
                    <a:pt x="1975172" y="0"/>
                  </a:moveTo>
                  <a:lnTo>
                    <a:pt x="0" y="217262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13" name="Google Shape;413;g33baac5e167_0_197"/>
            <p:cNvSpPr/>
            <p:nvPr/>
          </p:nvSpPr>
          <p:spPr>
            <a:xfrm>
              <a:off x="9904691" y="6129722"/>
              <a:ext cx="13970" cy="2117090"/>
            </a:xfrm>
            <a:custGeom>
              <a:rect b="b" l="l" r="r" t="t"/>
              <a:pathLst>
                <a:path extrusionOk="0" h="2117090" w="13970">
                  <a:moveTo>
                    <a:pt x="0" y="0"/>
                  </a:moveTo>
                  <a:lnTo>
                    <a:pt x="13528" y="211706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sp>
        <p:nvSpPr>
          <p:cNvPr id="414" name="Google Shape;414;g33baac5e167_0_197"/>
          <p:cNvSpPr txBox="1"/>
          <p:nvPr/>
        </p:nvSpPr>
        <p:spPr>
          <a:xfrm>
            <a:off x="4596048" y="559260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9</a:t>
            </a:r>
            <a:endParaRPr sz="3500">
              <a:latin typeface="Consolas"/>
              <a:ea typeface="Consolas"/>
              <a:cs typeface="Consolas"/>
              <a:sym typeface="Consolas"/>
            </a:endParaRPr>
          </a:p>
        </p:txBody>
      </p:sp>
      <p:sp>
        <p:nvSpPr>
          <p:cNvPr id="415" name="Google Shape;415;g33baac5e167_0_197"/>
          <p:cNvSpPr/>
          <p:nvPr/>
        </p:nvSpPr>
        <p:spPr>
          <a:xfrm>
            <a:off x="6775056" y="5068025"/>
            <a:ext cx="1183905" cy="1183905"/>
          </a:xfrm>
          <a:custGeom>
            <a:rect b="b" l="l" r="r" t="t"/>
            <a:pathLst>
              <a:path extrusionOk="0" h="1948815" w="1948815">
                <a:moveTo>
                  <a:pt x="974399" y="0"/>
                </a:moveTo>
                <a:lnTo>
                  <a:pt x="0" y="1948793"/>
                </a:lnTo>
                <a:lnTo>
                  <a:pt x="1948799" y="1948793"/>
                </a:lnTo>
                <a:lnTo>
                  <a:pt x="974399"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16" name="Google Shape;416;g33baac5e167_0_197"/>
          <p:cNvSpPr txBox="1"/>
          <p:nvPr/>
        </p:nvSpPr>
        <p:spPr>
          <a:xfrm>
            <a:off x="7237648" y="559260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7</a:t>
            </a:r>
            <a:endParaRPr sz="3500">
              <a:latin typeface="Consolas"/>
              <a:ea typeface="Consolas"/>
              <a:cs typeface="Consolas"/>
              <a:sym typeface="Consolas"/>
            </a:endParaRPr>
          </a:p>
        </p:txBody>
      </p:sp>
      <p:sp>
        <p:nvSpPr>
          <p:cNvPr id="417" name="Google Shape;417;g33baac5e167_0_197"/>
          <p:cNvSpPr/>
          <p:nvPr/>
        </p:nvSpPr>
        <p:spPr>
          <a:xfrm>
            <a:off x="5428799" y="5070032"/>
            <a:ext cx="1183905" cy="1183905"/>
          </a:xfrm>
          <a:custGeom>
            <a:rect b="b" l="l" r="r" t="t"/>
            <a:pathLst>
              <a:path extrusionOk="0" h="1948815" w="1948815">
                <a:moveTo>
                  <a:pt x="974396" y="0"/>
                </a:moveTo>
                <a:lnTo>
                  <a:pt x="0" y="1948793"/>
                </a:lnTo>
                <a:lnTo>
                  <a:pt x="1948787" y="1948793"/>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18" name="Google Shape;418;g33baac5e167_0_197"/>
          <p:cNvSpPr txBox="1"/>
          <p:nvPr/>
        </p:nvSpPr>
        <p:spPr>
          <a:xfrm>
            <a:off x="5891448" y="559895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3</a:t>
            </a:r>
            <a:endParaRPr sz="3500">
              <a:latin typeface="Consolas"/>
              <a:ea typeface="Consolas"/>
              <a:cs typeface="Consolas"/>
              <a:sym typeface="Consolas"/>
            </a:endParaRPr>
          </a:p>
        </p:txBody>
      </p:sp>
      <p:sp>
        <p:nvSpPr>
          <p:cNvPr id="419" name="Google Shape;419;g33baac5e167_0_197"/>
          <p:cNvSpPr/>
          <p:nvPr/>
        </p:nvSpPr>
        <p:spPr>
          <a:xfrm>
            <a:off x="1493941" y="2459390"/>
            <a:ext cx="1183905" cy="1183519"/>
          </a:xfrm>
          <a:custGeom>
            <a:rect b="b" l="l" r="r" t="t"/>
            <a:pathLst>
              <a:path extrusionOk="0" h="1948179" w="1948814">
                <a:moveTo>
                  <a:pt x="1948793" y="0"/>
                </a:moveTo>
                <a:lnTo>
                  <a:pt x="0" y="0"/>
                </a:lnTo>
                <a:lnTo>
                  <a:pt x="974396" y="1947584"/>
                </a:lnTo>
                <a:lnTo>
                  <a:pt x="1948793" y="0"/>
                </a:lnTo>
                <a:close/>
              </a:path>
            </a:pathLst>
          </a:custGeom>
          <a:solidFill>
            <a:srgbClr val="EE220C"/>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20" name="Google Shape;420;g33baac5e167_0_197"/>
          <p:cNvSpPr txBox="1"/>
          <p:nvPr/>
        </p:nvSpPr>
        <p:spPr>
          <a:xfrm>
            <a:off x="1954448" y="2449576"/>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4</a:t>
            </a:r>
            <a:endParaRPr sz="3500">
              <a:latin typeface="Consolas"/>
              <a:ea typeface="Consolas"/>
              <a:cs typeface="Consolas"/>
              <a:sym typeface="Consolas"/>
            </a:endParaRPr>
          </a:p>
        </p:txBody>
      </p:sp>
      <p:sp>
        <p:nvSpPr>
          <p:cNvPr id="421" name="Google Shape;421;g33baac5e167_0_197"/>
          <p:cNvSpPr/>
          <p:nvPr/>
        </p:nvSpPr>
        <p:spPr>
          <a:xfrm>
            <a:off x="199642" y="5074682"/>
            <a:ext cx="1183905" cy="1183905"/>
          </a:xfrm>
          <a:custGeom>
            <a:rect b="b" l="l" r="r" t="t"/>
            <a:pathLst>
              <a:path extrusionOk="0" h="1948815" w="1948814">
                <a:moveTo>
                  <a:pt x="974397" y="0"/>
                </a:moveTo>
                <a:lnTo>
                  <a:pt x="0" y="1948793"/>
                </a:lnTo>
                <a:lnTo>
                  <a:pt x="1948793" y="1948793"/>
                </a:lnTo>
                <a:lnTo>
                  <a:pt x="974397"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nvGrpSpPr>
          <p:cNvPr id="422" name="Google Shape;422;g33baac5e167_0_197"/>
          <p:cNvGrpSpPr/>
          <p:nvPr/>
        </p:nvGrpSpPr>
        <p:grpSpPr>
          <a:xfrm>
            <a:off x="785625" y="3672064"/>
            <a:ext cx="2691761" cy="1335460"/>
            <a:chOff x="1295556" y="6055514"/>
            <a:chExt cx="4438920" cy="2202276"/>
          </a:xfrm>
        </p:grpSpPr>
        <p:sp>
          <p:nvSpPr>
            <p:cNvPr id="423" name="Google Shape;423;g33baac5e167_0_197"/>
            <p:cNvSpPr/>
            <p:nvPr/>
          </p:nvSpPr>
          <p:spPr>
            <a:xfrm>
              <a:off x="3628181" y="6055514"/>
              <a:ext cx="2106295" cy="2199004"/>
            </a:xfrm>
            <a:custGeom>
              <a:rect b="b" l="l" r="r" t="t"/>
              <a:pathLst>
                <a:path extrusionOk="0" h="2199004" w="2106295">
                  <a:moveTo>
                    <a:pt x="0" y="0"/>
                  </a:moveTo>
                  <a:lnTo>
                    <a:pt x="2105750" y="2198947"/>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24" name="Google Shape;424;g33baac5e167_0_197"/>
            <p:cNvSpPr/>
            <p:nvPr/>
          </p:nvSpPr>
          <p:spPr>
            <a:xfrm>
              <a:off x="1295556" y="6081835"/>
              <a:ext cx="1975485" cy="2172970"/>
            </a:xfrm>
            <a:custGeom>
              <a:rect b="b" l="l" r="r" t="t"/>
              <a:pathLst>
                <a:path extrusionOk="0" h="2172970" w="1975485">
                  <a:moveTo>
                    <a:pt x="1975172" y="0"/>
                  </a:moveTo>
                  <a:lnTo>
                    <a:pt x="0" y="217262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25" name="Google Shape;425;g33baac5e167_0_197"/>
            <p:cNvSpPr/>
            <p:nvPr/>
          </p:nvSpPr>
          <p:spPr>
            <a:xfrm>
              <a:off x="3416274" y="6140700"/>
              <a:ext cx="13970" cy="2117090"/>
            </a:xfrm>
            <a:custGeom>
              <a:rect b="b" l="l" r="r" t="t"/>
              <a:pathLst>
                <a:path extrusionOk="0" h="2117090" w="13970">
                  <a:moveTo>
                    <a:pt x="0" y="0"/>
                  </a:moveTo>
                  <a:lnTo>
                    <a:pt x="13528" y="211706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sp>
        <p:nvSpPr>
          <p:cNvPr id="426" name="Google Shape;426;g33baac5e167_0_197"/>
          <p:cNvSpPr txBox="1"/>
          <p:nvPr/>
        </p:nvSpPr>
        <p:spPr>
          <a:xfrm>
            <a:off x="659048" y="559895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4</a:t>
            </a:r>
            <a:endParaRPr sz="3500">
              <a:latin typeface="Consolas"/>
              <a:ea typeface="Consolas"/>
              <a:cs typeface="Consolas"/>
              <a:sym typeface="Consolas"/>
            </a:endParaRPr>
          </a:p>
        </p:txBody>
      </p:sp>
      <p:sp>
        <p:nvSpPr>
          <p:cNvPr id="427" name="Google Shape;427;g33baac5e167_0_197"/>
          <p:cNvSpPr/>
          <p:nvPr/>
        </p:nvSpPr>
        <p:spPr>
          <a:xfrm>
            <a:off x="2840201" y="5074682"/>
            <a:ext cx="1183905" cy="1183905"/>
          </a:xfrm>
          <a:custGeom>
            <a:rect b="b" l="l" r="r" t="t"/>
            <a:pathLst>
              <a:path extrusionOk="0" h="1948815" w="1948815">
                <a:moveTo>
                  <a:pt x="974396" y="0"/>
                </a:moveTo>
                <a:lnTo>
                  <a:pt x="0" y="1948793"/>
                </a:lnTo>
                <a:lnTo>
                  <a:pt x="1948793" y="1948793"/>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28" name="Google Shape;428;g33baac5e167_0_197"/>
          <p:cNvSpPr txBox="1"/>
          <p:nvPr/>
        </p:nvSpPr>
        <p:spPr>
          <a:xfrm>
            <a:off x="3300648" y="559895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5</a:t>
            </a:r>
            <a:endParaRPr sz="3500">
              <a:latin typeface="Consolas"/>
              <a:ea typeface="Consolas"/>
              <a:cs typeface="Consolas"/>
              <a:sym typeface="Consolas"/>
            </a:endParaRPr>
          </a:p>
        </p:txBody>
      </p:sp>
      <p:sp>
        <p:nvSpPr>
          <p:cNvPr id="429" name="Google Shape;429;g33baac5e167_0_197"/>
          <p:cNvSpPr/>
          <p:nvPr/>
        </p:nvSpPr>
        <p:spPr>
          <a:xfrm>
            <a:off x="1493941" y="5076689"/>
            <a:ext cx="1183905" cy="1183905"/>
          </a:xfrm>
          <a:custGeom>
            <a:rect b="b" l="l" r="r" t="t"/>
            <a:pathLst>
              <a:path extrusionOk="0" h="1948815" w="1948814">
                <a:moveTo>
                  <a:pt x="974396" y="0"/>
                </a:moveTo>
                <a:lnTo>
                  <a:pt x="0" y="1948793"/>
                </a:lnTo>
                <a:lnTo>
                  <a:pt x="1948793" y="1948793"/>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30" name="Google Shape;430;g33baac5e167_0_197"/>
          <p:cNvSpPr txBox="1"/>
          <p:nvPr/>
        </p:nvSpPr>
        <p:spPr>
          <a:xfrm>
            <a:off x="1954448" y="5605304"/>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8</a:t>
            </a:r>
            <a:endParaRPr sz="3500">
              <a:latin typeface="Consolas"/>
              <a:ea typeface="Consolas"/>
              <a:cs typeface="Consolas"/>
              <a:sym typeface="Consolas"/>
            </a:endParaRPr>
          </a:p>
        </p:txBody>
      </p:sp>
      <p:sp>
        <p:nvSpPr>
          <p:cNvPr id="431" name="Google Shape;431;g33baac5e167_0_197"/>
          <p:cNvSpPr/>
          <p:nvPr/>
        </p:nvSpPr>
        <p:spPr>
          <a:xfrm>
            <a:off x="6043621" y="1487138"/>
            <a:ext cx="0" cy="930459"/>
          </a:xfrm>
          <a:custGeom>
            <a:rect b="b" l="l" r="r" t="t"/>
            <a:pathLst>
              <a:path extrusionOk="0" h="1531620" w="120000">
                <a:moveTo>
                  <a:pt x="0" y="0"/>
                </a:moveTo>
                <a:lnTo>
                  <a:pt x="0" y="1531416"/>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3baac5e167_0_255"/>
          <p:cNvSpPr/>
          <p:nvPr/>
        </p:nvSpPr>
        <p:spPr>
          <a:xfrm>
            <a:off x="1493941" y="2459390"/>
            <a:ext cx="1183905" cy="1183519"/>
          </a:xfrm>
          <a:custGeom>
            <a:rect b="b" l="l" r="r" t="t"/>
            <a:pathLst>
              <a:path extrusionOk="0" h="1948179" w="1948814">
                <a:moveTo>
                  <a:pt x="1948793" y="0"/>
                </a:moveTo>
                <a:lnTo>
                  <a:pt x="0" y="0"/>
                </a:lnTo>
                <a:lnTo>
                  <a:pt x="974396" y="1947584"/>
                </a:lnTo>
                <a:lnTo>
                  <a:pt x="1948793"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37" name="Google Shape;437;g33baac5e167_0_255"/>
          <p:cNvSpPr/>
          <p:nvPr/>
        </p:nvSpPr>
        <p:spPr>
          <a:xfrm>
            <a:off x="5429444" y="2453041"/>
            <a:ext cx="1183905" cy="1183519"/>
          </a:xfrm>
          <a:custGeom>
            <a:rect b="b" l="l" r="r" t="t"/>
            <a:pathLst>
              <a:path extrusionOk="0" h="1948179" w="1948815">
                <a:moveTo>
                  <a:pt x="1948793" y="0"/>
                </a:moveTo>
                <a:lnTo>
                  <a:pt x="0" y="0"/>
                </a:lnTo>
                <a:lnTo>
                  <a:pt x="974396" y="1947584"/>
                </a:lnTo>
                <a:lnTo>
                  <a:pt x="1948793"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38" name="Google Shape;438;g33baac5e167_0_255"/>
          <p:cNvSpPr/>
          <p:nvPr/>
        </p:nvSpPr>
        <p:spPr>
          <a:xfrm>
            <a:off x="9364300" y="2440342"/>
            <a:ext cx="1183905" cy="1183519"/>
          </a:xfrm>
          <a:custGeom>
            <a:rect b="b" l="l" r="r" t="t"/>
            <a:pathLst>
              <a:path extrusionOk="0" h="1948179" w="1948815">
                <a:moveTo>
                  <a:pt x="1948799" y="0"/>
                </a:moveTo>
                <a:lnTo>
                  <a:pt x="0" y="0"/>
                </a:lnTo>
                <a:lnTo>
                  <a:pt x="974399" y="1947584"/>
                </a:lnTo>
                <a:lnTo>
                  <a:pt x="194879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39" name="Google Shape;439;g33baac5e167_0_255"/>
          <p:cNvSpPr/>
          <p:nvPr/>
        </p:nvSpPr>
        <p:spPr>
          <a:xfrm>
            <a:off x="5505083" y="303254"/>
            <a:ext cx="1183905" cy="1183905"/>
          </a:xfrm>
          <a:custGeom>
            <a:rect b="b" l="l" r="r" t="t"/>
            <a:pathLst>
              <a:path extrusionOk="0" h="1948814" w="1948815">
                <a:moveTo>
                  <a:pt x="974396" y="0"/>
                </a:moveTo>
                <a:lnTo>
                  <a:pt x="0" y="1948790"/>
                </a:lnTo>
                <a:lnTo>
                  <a:pt x="1948796" y="1948790"/>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0" name="Google Shape;440;g33baac5e167_0_255"/>
          <p:cNvSpPr/>
          <p:nvPr/>
        </p:nvSpPr>
        <p:spPr>
          <a:xfrm>
            <a:off x="199642" y="5076689"/>
            <a:ext cx="1183905" cy="1183905"/>
          </a:xfrm>
          <a:custGeom>
            <a:rect b="b" l="l" r="r" t="t"/>
            <a:pathLst>
              <a:path extrusionOk="0" h="1948815" w="1948814">
                <a:moveTo>
                  <a:pt x="974397" y="0"/>
                </a:moveTo>
                <a:lnTo>
                  <a:pt x="0" y="1948793"/>
                </a:lnTo>
                <a:lnTo>
                  <a:pt x="1948793" y="1948793"/>
                </a:lnTo>
                <a:lnTo>
                  <a:pt x="974397"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1" name="Google Shape;441;g33baac5e167_0_255"/>
          <p:cNvSpPr/>
          <p:nvPr/>
        </p:nvSpPr>
        <p:spPr>
          <a:xfrm>
            <a:off x="1494587" y="5084385"/>
            <a:ext cx="1183905" cy="1183905"/>
          </a:xfrm>
          <a:custGeom>
            <a:rect b="b" l="l" r="r" t="t"/>
            <a:pathLst>
              <a:path extrusionOk="0" h="1948815" w="1948814">
                <a:moveTo>
                  <a:pt x="974396" y="0"/>
                </a:moveTo>
                <a:lnTo>
                  <a:pt x="0" y="1948793"/>
                </a:lnTo>
                <a:lnTo>
                  <a:pt x="1948793" y="1948793"/>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2" name="Google Shape;442;g33baac5e167_0_255"/>
          <p:cNvSpPr/>
          <p:nvPr/>
        </p:nvSpPr>
        <p:spPr>
          <a:xfrm>
            <a:off x="2840201" y="5074375"/>
            <a:ext cx="1183905" cy="1183905"/>
          </a:xfrm>
          <a:custGeom>
            <a:rect b="b" l="l" r="r" t="t"/>
            <a:pathLst>
              <a:path extrusionOk="0" h="1948815" w="1948815">
                <a:moveTo>
                  <a:pt x="974396" y="0"/>
                </a:moveTo>
                <a:lnTo>
                  <a:pt x="0" y="1948793"/>
                </a:lnTo>
                <a:lnTo>
                  <a:pt x="1948793" y="1948793"/>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3" name="Google Shape;443;g33baac5e167_0_255"/>
          <p:cNvSpPr/>
          <p:nvPr/>
        </p:nvSpPr>
        <p:spPr>
          <a:xfrm>
            <a:off x="4134500" y="5070823"/>
            <a:ext cx="1183905" cy="1183905"/>
          </a:xfrm>
          <a:custGeom>
            <a:rect b="b" l="l" r="r" t="t"/>
            <a:pathLst>
              <a:path extrusionOk="0" h="1948815" w="1948815">
                <a:moveTo>
                  <a:pt x="974396" y="0"/>
                </a:moveTo>
                <a:lnTo>
                  <a:pt x="0" y="1948793"/>
                </a:lnTo>
                <a:lnTo>
                  <a:pt x="1948793" y="1948793"/>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4" name="Google Shape;444;g33baac5e167_0_255"/>
          <p:cNvSpPr/>
          <p:nvPr/>
        </p:nvSpPr>
        <p:spPr>
          <a:xfrm>
            <a:off x="5429445" y="5078519"/>
            <a:ext cx="1183905" cy="1183905"/>
          </a:xfrm>
          <a:custGeom>
            <a:rect b="b" l="l" r="r" t="t"/>
            <a:pathLst>
              <a:path extrusionOk="0" h="1948815" w="1948815">
                <a:moveTo>
                  <a:pt x="974396" y="0"/>
                </a:moveTo>
                <a:lnTo>
                  <a:pt x="0" y="1948793"/>
                </a:lnTo>
                <a:lnTo>
                  <a:pt x="1948790" y="1948793"/>
                </a:lnTo>
                <a:lnTo>
                  <a:pt x="974396"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5" name="Google Shape;445;g33baac5e167_0_255"/>
          <p:cNvSpPr/>
          <p:nvPr/>
        </p:nvSpPr>
        <p:spPr>
          <a:xfrm>
            <a:off x="6775062" y="5068509"/>
            <a:ext cx="1183905" cy="1183905"/>
          </a:xfrm>
          <a:custGeom>
            <a:rect b="b" l="l" r="r" t="t"/>
            <a:pathLst>
              <a:path extrusionOk="0" h="1948815" w="1948815">
                <a:moveTo>
                  <a:pt x="974389" y="0"/>
                </a:moveTo>
                <a:lnTo>
                  <a:pt x="0" y="1948792"/>
                </a:lnTo>
                <a:lnTo>
                  <a:pt x="1948788" y="1948792"/>
                </a:lnTo>
                <a:lnTo>
                  <a:pt x="97438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6" name="Google Shape;446;g33baac5e167_0_255"/>
          <p:cNvSpPr/>
          <p:nvPr/>
        </p:nvSpPr>
        <p:spPr>
          <a:xfrm>
            <a:off x="8068659" y="5061853"/>
            <a:ext cx="1183905" cy="1183905"/>
          </a:xfrm>
          <a:custGeom>
            <a:rect b="b" l="l" r="r" t="t"/>
            <a:pathLst>
              <a:path extrusionOk="0" h="1948815" w="1948815">
                <a:moveTo>
                  <a:pt x="974399" y="0"/>
                </a:moveTo>
                <a:lnTo>
                  <a:pt x="0" y="1948793"/>
                </a:lnTo>
                <a:lnTo>
                  <a:pt x="1948788" y="1948793"/>
                </a:lnTo>
                <a:lnTo>
                  <a:pt x="97439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7" name="Google Shape;447;g33baac5e167_0_255"/>
          <p:cNvSpPr/>
          <p:nvPr/>
        </p:nvSpPr>
        <p:spPr>
          <a:xfrm>
            <a:off x="9363602" y="5069549"/>
            <a:ext cx="1183905" cy="1183905"/>
          </a:xfrm>
          <a:custGeom>
            <a:rect b="b" l="l" r="r" t="t"/>
            <a:pathLst>
              <a:path extrusionOk="0" h="1948815" w="1948815">
                <a:moveTo>
                  <a:pt x="974399" y="0"/>
                </a:moveTo>
                <a:lnTo>
                  <a:pt x="0" y="1948793"/>
                </a:lnTo>
                <a:lnTo>
                  <a:pt x="1948799" y="1948793"/>
                </a:lnTo>
                <a:lnTo>
                  <a:pt x="97439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8" name="Google Shape;448;g33baac5e167_0_255"/>
          <p:cNvSpPr/>
          <p:nvPr/>
        </p:nvSpPr>
        <p:spPr>
          <a:xfrm>
            <a:off x="10709217" y="5065888"/>
            <a:ext cx="1183905" cy="1183905"/>
          </a:xfrm>
          <a:custGeom>
            <a:rect b="b" l="l" r="r" t="t"/>
            <a:pathLst>
              <a:path extrusionOk="0" h="1948815" w="1948815">
                <a:moveTo>
                  <a:pt x="974399" y="0"/>
                </a:moveTo>
                <a:lnTo>
                  <a:pt x="0" y="1948793"/>
                </a:lnTo>
                <a:lnTo>
                  <a:pt x="1948799" y="1948793"/>
                </a:lnTo>
                <a:lnTo>
                  <a:pt x="974399" y="0"/>
                </a:lnTo>
                <a:close/>
              </a:path>
            </a:pathLst>
          </a:custGeom>
          <a:solidFill>
            <a:srgbClr val="434343"/>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49" name="Google Shape;449;g33baac5e167_0_255"/>
          <p:cNvSpPr/>
          <p:nvPr/>
        </p:nvSpPr>
        <p:spPr>
          <a:xfrm>
            <a:off x="5505083" y="303254"/>
            <a:ext cx="1183905" cy="1183905"/>
          </a:xfrm>
          <a:custGeom>
            <a:rect b="b" l="l" r="r" t="t"/>
            <a:pathLst>
              <a:path extrusionOk="0" h="1948814" w="1948815">
                <a:moveTo>
                  <a:pt x="974396" y="0"/>
                </a:moveTo>
                <a:lnTo>
                  <a:pt x="0" y="1948790"/>
                </a:lnTo>
                <a:lnTo>
                  <a:pt x="1948796" y="1948790"/>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50" name="Google Shape;450;g33baac5e167_0_255"/>
          <p:cNvSpPr txBox="1"/>
          <p:nvPr/>
        </p:nvSpPr>
        <p:spPr>
          <a:xfrm>
            <a:off x="5967648" y="830440"/>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4</a:t>
            </a:r>
            <a:endParaRPr sz="3500">
              <a:latin typeface="Consolas"/>
              <a:ea typeface="Consolas"/>
              <a:cs typeface="Consolas"/>
              <a:sym typeface="Consolas"/>
            </a:endParaRPr>
          </a:p>
        </p:txBody>
      </p:sp>
      <p:grpSp>
        <p:nvGrpSpPr>
          <p:cNvPr id="451" name="Google Shape;451;g33baac5e167_0_255"/>
          <p:cNvGrpSpPr/>
          <p:nvPr/>
        </p:nvGrpSpPr>
        <p:grpSpPr>
          <a:xfrm>
            <a:off x="2023828" y="1492118"/>
            <a:ext cx="7922085" cy="910835"/>
            <a:chOff x="3337447" y="2460617"/>
            <a:chExt cx="13064124" cy="1502037"/>
          </a:xfrm>
        </p:grpSpPr>
        <p:sp>
          <p:nvSpPr>
            <p:cNvPr id="452" name="Google Shape;452;g33baac5e167_0_255"/>
            <p:cNvSpPr/>
            <p:nvPr/>
          </p:nvSpPr>
          <p:spPr>
            <a:xfrm>
              <a:off x="3337447" y="2493900"/>
              <a:ext cx="6419215" cy="1468754"/>
            </a:xfrm>
            <a:custGeom>
              <a:rect b="b" l="l" r="r" t="t"/>
              <a:pathLst>
                <a:path extrusionOk="0" h="1468754" w="6419215">
                  <a:moveTo>
                    <a:pt x="6418702" y="0"/>
                  </a:moveTo>
                  <a:lnTo>
                    <a:pt x="0" y="1468578"/>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53" name="Google Shape;453;g33baac5e167_0_255"/>
            <p:cNvSpPr/>
            <p:nvPr/>
          </p:nvSpPr>
          <p:spPr>
            <a:xfrm>
              <a:off x="10357006" y="2460617"/>
              <a:ext cx="6044565" cy="1494789"/>
            </a:xfrm>
            <a:custGeom>
              <a:rect b="b" l="l" r="r" t="t"/>
              <a:pathLst>
                <a:path extrusionOk="0" h="1494789" w="6044565">
                  <a:moveTo>
                    <a:pt x="0" y="0"/>
                  </a:moveTo>
                  <a:lnTo>
                    <a:pt x="6044523" y="1494634"/>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sp>
        <p:nvSpPr>
          <p:cNvPr id="454" name="Google Shape;454;g33baac5e167_0_255"/>
          <p:cNvSpPr/>
          <p:nvPr/>
        </p:nvSpPr>
        <p:spPr>
          <a:xfrm>
            <a:off x="9363659" y="2446078"/>
            <a:ext cx="1183905" cy="1183519"/>
          </a:xfrm>
          <a:custGeom>
            <a:rect b="b" l="l" r="r" t="t"/>
            <a:pathLst>
              <a:path extrusionOk="0" h="1948179" w="1948815">
                <a:moveTo>
                  <a:pt x="1948788" y="0"/>
                </a:moveTo>
                <a:lnTo>
                  <a:pt x="0" y="0"/>
                </a:lnTo>
                <a:lnTo>
                  <a:pt x="974399" y="1947584"/>
                </a:lnTo>
                <a:lnTo>
                  <a:pt x="1948788" y="0"/>
                </a:lnTo>
                <a:close/>
              </a:path>
            </a:pathLst>
          </a:custGeom>
          <a:solidFill>
            <a:srgbClr val="EE220C"/>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55" name="Google Shape;455;g33baac5e167_0_255"/>
          <p:cNvSpPr txBox="1"/>
          <p:nvPr/>
        </p:nvSpPr>
        <p:spPr>
          <a:xfrm>
            <a:off x="9701448" y="2436877"/>
            <a:ext cx="5046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≤2</a:t>
            </a:r>
            <a:endParaRPr sz="3500">
              <a:latin typeface="Consolas"/>
              <a:ea typeface="Consolas"/>
              <a:cs typeface="Consolas"/>
              <a:sym typeface="Consolas"/>
            </a:endParaRPr>
          </a:p>
        </p:txBody>
      </p:sp>
      <p:sp>
        <p:nvSpPr>
          <p:cNvPr id="456" name="Google Shape;456;g33baac5e167_0_255"/>
          <p:cNvSpPr/>
          <p:nvPr/>
        </p:nvSpPr>
        <p:spPr>
          <a:xfrm>
            <a:off x="8069357" y="5061368"/>
            <a:ext cx="1183905" cy="1183905"/>
          </a:xfrm>
          <a:custGeom>
            <a:rect b="b" l="l" r="r" t="t"/>
            <a:pathLst>
              <a:path extrusionOk="0" h="1948815" w="1948815">
                <a:moveTo>
                  <a:pt x="974399" y="0"/>
                </a:moveTo>
                <a:lnTo>
                  <a:pt x="0" y="1948793"/>
                </a:lnTo>
                <a:lnTo>
                  <a:pt x="1948799" y="1948793"/>
                </a:lnTo>
                <a:lnTo>
                  <a:pt x="974399"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nvGrpSpPr>
          <p:cNvPr id="457" name="Google Shape;457;g33baac5e167_0_255"/>
          <p:cNvGrpSpPr/>
          <p:nvPr/>
        </p:nvGrpSpPr>
        <p:grpSpPr>
          <a:xfrm>
            <a:off x="8654774" y="3658750"/>
            <a:ext cx="2691762" cy="1335461"/>
            <a:chOff x="14272385" y="6033558"/>
            <a:chExt cx="4438921" cy="2202277"/>
          </a:xfrm>
        </p:grpSpPr>
        <p:sp>
          <p:nvSpPr>
            <p:cNvPr id="458" name="Google Shape;458;g33baac5e167_0_255"/>
            <p:cNvSpPr/>
            <p:nvPr/>
          </p:nvSpPr>
          <p:spPr>
            <a:xfrm>
              <a:off x="16605012" y="6033558"/>
              <a:ext cx="2106294" cy="2199004"/>
            </a:xfrm>
            <a:custGeom>
              <a:rect b="b" l="l" r="r" t="t"/>
              <a:pathLst>
                <a:path extrusionOk="0" h="2199004" w="2106294">
                  <a:moveTo>
                    <a:pt x="0" y="0"/>
                  </a:moveTo>
                  <a:lnTo>
                    <a:pt x="2105750" y="2198947"/>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59" name="Google Shape;459;g33baac5e167_0_255"/>
            <p:cNvSpPr/>
            <p:nvPr/>
          </p:nvSpPr>
          <p:spPr>
            <a:xfrm>
              <a:off x="14272385" y="6059880"/>
              <a:ext cx="1975484" cy="2172970"/>
            </a:xfrm>
            <a:custGeom>
              <a:rect b="b" l="l" r="r" t="t"/>
              <a:pathLst>
                <a:path extrusionOk="0" h="2172970" w="1975484">
                  <a:moveTo>
                    <a:pt x="1975172" y="0"/>
                  </a:moveTo>
                  <a:lnTo>
                    <a:pt x="0" y="217262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60" name="Google Shape;460;g33baac5e167_0_255"/>
            <p:cNvSpPr/>
            <p:nvPr/>
          </p:nvSpPr>
          <p:spPr>
            <a:xfrm>
              <a:off x="16393102" y="6118745"/>
              <a:ext cx="13969" cy="2117090"/>
            </a:xfrm>
            <a:custGeom>
              <a:rect b="b" l="l" r="r" t="t"/>
              <a:pathLst>
                <a:path extrusionOk="0" h="2117090" w="13969">
                  <a:moveTo>
                    <a:pt x="0" y="0"/>
                  </a:moveTo>
                  <a:lnTo>
                    <a:pt x="13528" y="211706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sp>
        <p:nvSpPr>
          <p:cNvPr id="461" name="Google Shape;461;g33baac5e167_0_255"/>
          <p:cNvSpPr txBox="1"/>
          <p:nvPr/>
        </p:nvSpPr>
        <p:spPr>
          <a:xfrm>
            <a:off x="8533048" y="5586256"/>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2</a:t>
            </a:r>
            <a:endParaRPr sz="3500">
              <a:latin typeface="Consolas"/>
              <a:ea typeface="Consolas"/>
              <a:cs typeface="Consolas"/>
              <a:sym typeface="Consolas"/>
            </a:endParaRPr>
          </a:p>
        </p:txBody>
      </p:sp>
      <p:sp>
        <p:nvSpPr>
          <p:cNvPr id="462" name="Google Shape;462;g33baac5e167_0_255"/>
          <p:cNvSpPr/>
          <p:nvPr/>
        </p:nvSpPr>
        <p:spPr>
          <a:xfrm>
            <a:off x="5428799" y="2452734"/>
            <a:ext cx="1183905" cy="1183519"/>
          </a:xfrm>
          <a:custGeom>
            <a:rect b="b" l="l" r="r" t="t"/>
            <a:pathLst>
              <a:path extrusionOk="0" h="1948179" w="1948815">
                <a:moveTo>
                  <a:pt x="1948787" y="0"/>
                </a:moveTo>
                <a:lnTo>
                  <a:pt x="0" y="0"/>
                </a:lnTo>
                <a:lnTo>
                  <a:pt x="974396" y="1947584"/>
                </a:lnTo>
                <a:lnTo>
                  <a:pt x="1948787" y="0"/>
                </a:lnTo>
                <a:close/>
              </a:path>
            </a:pathLst>
          </a:custGeom>
          <a:solidFill>
            <a:srgbClr val="EE220C"/>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63" name="Google Shape;463;g33baac5e167_0_255"/>
          <p:cNvSpPr txBox="1"/>
          <p:nvPr/>
        </p:nvSpPr>
        <p:spPr>
          <a:xfrm>
            <a:off x="5770798" y="2443227"/>
            <a:ext cx="5046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≤3</a:t>
            </a:r>
            <a:endParaRPr sz="3500">
              <a:latin typeface="Consolas"/>
              <a:ea typeface="Consolas"/>
              <a:cs typeface="Consolas"/>
              <a:sym typeface="Consolas"/>
            </a:endParaRPr>
          </a:p>
        </p:txBody>
      </p:sp>
      <p:sp>
        <p:nvSpPr>
          <p:cNvPr id="464" name="Google Shape;464;g33baac5e167_0_255"/>
          <p:cNvSpPr/>
          <p:nvPr/>
        </p:nvSpPr>
        <p:spPr>
          <a:xfrm>
            <a:off x="4134500" y="5068025"/>
            <a:ext cx="1183905" cy="1183905"/>
          </a:xfrm>
          <a:custGeom>
            <a:rect b="b" l="l" r="r" t="t"/>
            <a:pathLst>
              <a:path extrusionOk="0" h="1948815" w="1948815">
                <a:moveTo>
                  <a:pt x="974396" y="0"/>
                </a:moveTo>
                <a:lnTo>
                  <a:pt x="0" y="1948793"/>
                </a:lnTo>
                <a:lnTo>
                  <a:pt x="1948793" y="1948793"/>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nvGrpSpPr>
          <p:cNvPr id="465" name="Google Shape;465;g33baac5e167_0_255"/>
          <p:cNvGrpSpPr/>
          <p:nvPr/>
        </p:nvGrpSpPr>
        <p:grpSpPr>
          <a:xfrm>
            <a:off x="4720201" y="3665407"/>
            <a:ext cx="2691760" cy="1335460"/>
            <a:chOff x="7783973" y="6044536"/>
            <a:chExt cx="4438919" cy="2202276"/>
          </a:xfrm>
        </p:grpSpPr>
        <p:sp>
          <p:nvSpPr>
            <p:cNvPr id="466" name="Google Shape;466;g33baac5e167_0_255"/>
            <p:cNvSpPr/>
            <p:nvPr/>
          </p:nvSpPr>
          <p:spPr>
            <a:xfrm>
              <a:off x="10116597" y="6044536"/>
              <a:ext cx="2106295" cy="2199004"/>
            </a:xfrm>
            <a:custGeom>
              <a:rect b="b" l="l" r="r" t="t"/>
              <a:pathLst>
                <a:path extrusionOk="0" h="2199004" w="2106295">
                  <a:moveTo>
                    <a:pt x="0" y="0"/>
                  </a:moveTo>
                  <a:lnTo>
                    <a:pt x="2105750" y="2198947"/>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67" name="Google Shape;467;g33baac5e167_0_255"/>
            <p:cNvSpPr/>
            <p:nvPr/>
          </p:nvSpPr>
          <p:spPr>
            <a:xfrm>
              <a:off x="7783973" y="6070857"/>
              <a:ext cx="1975484" cy="2172970"/>
            </a:xfrm>
            <a:custGeom>
              <a:rect b="b" l="l" r="r" t="t"/>
              <a:pathLst>
                <a:path extrusionOk="0" h="2172970" w="1975484">
                  <a:moveTo>
                    <a:pt x="1975172" y="0"/>
                  </a:moveTo>
                  <a:lnTo>
                    <a:pt x="0" y="217262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68" name="Google Shape;468;g33baac5e167_0_255"/>
            <p:cNvSpPr/>
            <p:nvPr/>
          </p:nvSpPr>
          <p:spPr>
            <a:xfrm>
              <a:off x="9904691" y="6129722"/>
              <a:ext cx="13970" cy="2117090"/>
            </a:xfrm>
            <a:custGeom>
              <a:rect b="b" l="l" r="r" t="t"/>
              <a:pathLst>
                <a:path extrusionOk="0" h="2117090" w="13970">
                  <a:moveTo>
                    <a:pt x="0" y="0"/>
                  </a:moveTo>
                  <a:lnTo>
                    <a:pt x="13528" y="211706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sp>
        <p:nvSpPr>
          <p:cNvPr id="469" name="Google Shape;469;g33baac5e167_0_255"/>
          <p:cNvSpPr txBox="1"/>
          <p:nvPr/>
        </p:nvSpPr>
        <p:spPr>
          <a:xfrm>
            <a:off x="4596048" y="559260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9</a:t>
            </a:r>
            <a:endParaRPr sz="3500">
              <a:latin typeface="Consolas"/>
              <a:ea typeface="Consolas"/>
              <a:cs typeface="Consolas"/>
              <a:sym typeface="Consolas"/>
            </a:endParaRPr>
          </a:p>
        </p:txBody>
      </p:sp>
      <p:sp>
        <p:nvSpPr>
          <p:cNvPr id="470" name="Google Shape;470;g33baac5e167_0_255"/>
          <p:cNvSpPr/>
          <p:nvPr/>
        </p:nvSpPr>
        <p:spPr>
          <a:xfrm>
            <a:off x="5428799" y="5070032"/>
            <a:ext cx="1183905" cy="1183905"/>
          </a:xfrm>
          <a:custGeom>
            <a:rect b="b" l="l" r="r" t="t"/>
            <a:pathLst>
              <a:path extrusionOk="0" h="1948815" w="1948815">
                <a:moveTo>
                  <a:pt x="974396" y="0"/>
                </a:moveTo>
                <a:lnTo>
                  <a:pt x="0" y="1948793"/>
                </a:lnTo>
                <a:lnTo>
                  <a:pt x="1948787" y="1948793"/>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71" name="Google Shape;471;g33baac5e167_0_255"/>
          <p:cNvSpPr txBox="1"/>
          <p:nvPr/>
        </p:nvSpPr>
        <p:spPr>
          <a:xfrm>
            <a:off x="5891448" y="559895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3</a:t>
            </a:r>
            <a:endParaRPr sz="3500">
              <a:latin typeface="Consolas"/>
              <a:ea typeface="Consolas"/>
              <a:cs typeface="Consolas"/>
              <a:sym typeface="Consolas"/>
            </a:endParaRPr>
          </a:p>
        </p:txBody>
      </p:sp>
      <p:sp>
        <p:nvSpPr>
          <p:cNvPr id="472" name="Google Shape;472;g33baac5e167_0_255"/>
          <p:cNvSpPr/>
          <p:nvPr/>
        </p:nvSpPr>
        <p:spPr>
          <a:xfrm>
            <a:off x="1493941" y="2459390"/>
            <a:ext cx="1183905" cy="1183519"/>
          </a:xfrm>
          <a:custGeom>
            <a:rect b="b" l="l" r="r" t="t"/>
            <a:pathLst>
              <a:path extrusionOk="0" h="1948179" w="1948814">
                <a:moveTo>
                  <a:pt x="1948793" y="0"/>
                </a:moveTo>
                <a:lnTo>
                  <a:pt x="0" y="0"/>
                </a:lnTo>
                <a:lnTo>
                  <a:pt x="974396" y="1947584"/>
                </a:lnTo>
                <a:lnTo>
                  <a:pt x="1948793" y="0"/>
                </a:lnTo>
                <a:close/>
              </a:path>
            </a:pathLst>
          </a:custGeom>
          <a:solidFill>
            <a:srgbClr val="EE220C"/>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73" name="Google Shape;473;g33baac5e167_0_255"/>
          <p:cNvSpPr txBox="1"/>
          <p:nvPr/>
        </p:nvSpPr>
        <p:spPr>
          <a:xfrm>
            <a:off x="1954448" y="2449576"/>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4</a:t>
            </a:r>
            <a:endParaRPr sz="3500">
              <a:latin typeface="Consolas"/>
              <a:ea typeface="Consolas"/>
              <a:cs typeface="Consolas"/>
              <a:sym typeface="Consolas"/>
            </a:endParaRPr>
          </a:p>
        </p:txBody>
      </p:sp>
      <p:sp>
        <p:nvSpPr>
          <p:cNvPr id="474" name="Google Shape;474;g33baac5e167_0_255"/>
          <p:cNvSpPr/>
          <p:nvPr/>
        </p:nvSpPr>
        <p:spPr>
          <a:xfrm>
            <a:off x="199642" y="5074682"/>
            <a:ext cx="1183905" cy="1183905"/>
          </a:xfrm>
          <a:custGeom>
            <a:rect b="b" l="l" r="r" t="t"/>
            <a:pathLst>
              <a:path extrusionOk="0" h="1948815" w="1948814">
                <a:moveTo>
                  <a:pt x="974397" y="0"/>
                </a:moveTo>
                <a:lnTo>
                  <a:pt x="0" y="1948793"/>
                </a:lnTo>
                <a:lnTo>
                  <a:pt x="1948793" y="1948793"/>
                </a:lnTo>
                <a:lnTo>
                  <a:pt x="974397"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nvGrpSpPr>
          <p:cNvPr id="475" name="Google Shape;475;g33baac5e167_0_255"/>
          <p:cNvGrpSpPr/>
          <p:nvPr/>
        </p:nvGrpSpPr>
        <p:grpSpPr>
          <a:xfrm>
            <a:off x="785625" y="3672064"/>
            <a:ext cx="2691761" cy="1335460"/>
            <a:chOff x="1295556" y="6055514"/>
            <a:chExt cx="4438920" cy="2202276"/>
          </a:xfrm>
        </p:grpSpPr>
        <p:sp>
          <p:nvSpPr>
            <p:cNvPr id="476" name="Google Shape;476;g33baac5e167_0_255"/>
            <p:cNvSpPr/>
            <p:nvPr/>
          </p:nvSpPr>
          <p:spPr>
            <a:xfrm>
              <a:off x="3628181" y="6055514"/>
              <a:ext cx="2106295" cy="2199004"/>
            </a:xfrm>
            <a:custGeom>
              <a:rect b="b" l="l" r="r" t="t"/>
              <a:pathLst>
                <a:path extrusionOk="0" h="2199004" w="2106295">
                  <a:moveTo>
                    <a:pt x="0" y="0"/>
                  </a:moveTo>
                  <a:lnTo>
                    <a:pt x="2105750" y="2198947"/>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77" name="Google Shape;477;g33baac5e167_0_255"/>
            <p:cNvSpPr/>
            <p:nvPr/>
          </p:nvSpPr>
          <p:spPr>
            <a:xfrm>
              <a:off x="1295556" y="6081835"/>
              <a:ext cx="1975485" cy="2172970"/>
            </a:xfrm>
            <a:custGeom>
              <a:rect b="b" l="l" r="r" t="t"/>
              <a:pathLst>
                <a:path extrusionOk="0" h="2172970" w="1975485">
                  <a:moveTo>
                    <a:pt x="1975172" y="0"/>
                  </a:moveTo>
                  <a:lnTo>
                    <a:pt x="0" y="2172625"/>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78" name="Google Shape;478;g33baac5e167_0_255"/>
            <p:cNvSpPr/>
            <p:nvPr/>
          </p:nvSpPr>
          <p:spPr>
            <a:xfrm>
              <a:off x="3416274" y="6140700"/>
              <a:ext cx="13970" cy="2117090"/>
            </a:xfrm>
            <a:custGeom>
              <a:rect b="b" l="l" r="r" t="t"/>
              <a:pathLst>
                <a:path extrusionOk="0" h="2117090" w="13970">
                  <a:moveTo>
                    <a:pt x="0" y="0"/>
                  </a:moveTo>
                  <a:lnTo>
                    <a:pt x="13528" y="2117069"/>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grpSp>
      <p:sp>
        <p:nvSpPr>
          <p:cNvPr id="479" name="Google Shape;479;g33baac5e167_0_255"/>
          <p:cNvSpPr txBox="1"/>
          <p:nvPr/>
        </p:nvSpPr>
        <p:spPr>
          <a:xfrm>
            <a:off x="659048" y="559895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4</a:t>
            </a:r>
            <a:endParaRPr sz="3500">
              <a:latin typeface="Consolas"/>
              <a:ea typeface="Consolas"/>
              <a:cs typeface="Consolas"/>
              <a:sym typeface="Consolas"/>
            </a:endParaRPr>
          </a:p>
        </p:txBody>
      </p:sp>
      <p:sp>
        <p:nvSpPr>
          <p:cNvPr id="480" name="Google Shape;480;g33baac5e167_0_255"/>
          <p:cNvSpPr/>
          <p:nvPr/>
        </p:nvSpPr>
        <p:spPr>
          <a:xfrm>
            <a:off x="2840201" y="5074682"/>
            <a:ext cx="1183905" cy="1183905"/>
          </a:xfrm>
          <a:custGeom>
            <a:rect b="b" l="l" r="r" t="t"/>
            <a:pathLst>
              <a:path extrusionOk="0" h="1948815" w="1948815">
                <a:moveTo>
                  <a:pt x="974396" y="0"/>
                </a:moveTo>
                <a:lnTo>
                  <a:pt x="0" y="1948793"/>
                </a:lnTo>
                <a:lnTo>
                  <a:pt x="1948793" y="1948793"/>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81" name="Google Shape;481;g33baac5e167_0_255"/>
          <p:cNvSpPr txBox="1"/>
          <p:nvPr/>
        </p:nvSpPr>
        <p:spPr>
          <a:xfrm>
            <a:off x="3300648" y="5598955"/>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5</a:t>
            </a:r>
            <a:endParaRPr sz="3500">
              <a:latin typeface="Consolas"/>
              <a:ea typeface="Consolas"/>
              <a:cs typeface="Consolas"/>
              <a:sym typeface="Consolas"/>
            </a:endParaRPr>
          </a:p>
        </p:txBody>
      </p:sp>
      <p:sp>
        <p:nvSpPr>
          <p:cNvPr id="482" name="Google Shape;482;g33baac5e167_0_255"/>
          <p:cNvSpPr/>
          <p:nvPr/>
        </p:nvSpPr>
        <p:spPr>
          <a:xfrm>
            <a:off x="1493941" y="5076689"/>
            <a:ext cx="1183905" cy="1183905"/>
          </a:xfrm>
          <a:custGeom>
            <a:rect b="b" l="l" r="r" t="t"/>
            <a:pathLst>
              <a:path extrusionOk="0" h="1948815" w="1948814">
                <a:moveTo>
                  <a:pt x="974396" y="0"/>
                </a:moveTo>
                <a:lnTo>
                  <a:pt x="0" y="1948793"/>
                </a:lnTo>
                <a:lnTo>
                  <a:pt x="1948793" y="1948793"/>
                </a:lnTo>
                <a:lnTo>
                  <a:pt x="974396" y="0"/>
                </a:lnTo>
                <a:close/>
              </a:path>
            </a:pathLst>
          </a:custGeom>
          <a:solidFill>
            <a:srgbClr val="1DB100"/>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
        <p:nvSpPr>
          <p:cNvPr id="483" name="Google Shape;483;g33baac5e167_0_255"/>
          <p:cNvSpPr txBox="1"/>
          <p:nvPr/>
        </p:nvSpPr>
        <p:spPr>
          <a:xfrm>
            <a:off x="1954448" y="5605304"/>
            <a:ext cx="260100" cy="548100"/>
          </a:xfrm>
          <a:prstGeom prst="rect">
            <a:avLst/>
          </a:prstGeom>
          <a:noFill/>
          <a:ln>
            <a:noFill/>
          </a:ln>
        </p:spPr>
        <p:txBody>
          <a:bodyPr anchorCtr="0" anchor="t" bIns="0" lIns="0" spcFirstLastPara="1" rIns="0" wrap="square" tIns="9225">
            <a:spAutoFit/>
          </a:bodyPr>
          <a:lstStyle/>
          <a:p>
            <a:pPr indent="0" lvl="0" marL="12700" rtl="0" algn="l">
              <a:lnSpc>
                <a:spcPct val="100000"/>
              </a:lnSpc>
              <a:spcBef>
                <a:spcPts val="0"/>
              </a:spcBef>
              <a:spcAft>
                <a:spcPts val="0"/>
              </a:spcAft>
              <a:buNone/>
            </a:pPr>
            <a:r>
              <a:rPr lang="en-US" sz="3500">
                <a:latin typeface="Consolas"/>
                <a:ea typeface="Consolas"/>
                <a:cs typeface="Consolas"/>
                <a:sym typeface="Consolas"/>
              </a:rPr>
              <a:t>8</a:t>
            </a:r>
            <a:endParaRPr sz="3500">
              <a:latin typeface="Consolas"/>
              <a:ea typeface="Consolas"/>
              <a:cs typeface="Consolas"/>
              <a:sym typeface="Consolas"/>
            </a:endParaRPr>
          </a:p>
        </p:txBody>
      </p:sp>
      <p:sp>
        <p:nvSpPr>
          <p:cNvPr id="484" name="Google Shape;484;g33baac5e167_0_255"/>
          <p:cNvSpPr/>
          <p:nvPr/>
        </p:nvSpPr>
        <p:spPr>
          <a:xfrm>
            <a:off x="6043621" y="1487138"/>
            <a:ext cx="0" cy="930459"/>
          </a:xfrm>
          <a:custGeom>
            <a:rect b="b" l="l" r="r" t="t"/>
            <a:pathLst>
              <a:path extrusionOk="0" h="1531620" w="120000">
                <a:moveTo>
                  <a:pt x="0" y="0"/>
                </a:moveTo>
                <a:lnTo>
                  <a:pt x="0" y="1531416"/>
                </a:lnTo>
              </a:path>
            </a:pathLst>
          </a:custGeom>
          <a:noFill/>
          <a:ln cap="flat" cmpd="sng" w="52350">
            <a:solidFill>
              <a:schemeClr val="dk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6"/>
          <p:cNvSpPr txBox="1"/>
          <p:nvPr>
            <p:ph type="title"/>
          </p:nvPr>
        </p:nvSpPr>
        <p:spPr>
          <a:xfrm>
            <a:off x="685800" y="136526"/>
            <a:ext cx="10515600" cy="88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latin typeface="Calibri"/>
                <a:ea typeface="Calibri"/>
                <a:cs typeface="Calibri"/>
                <a:sym typeface="Calibri"/>
              </a:rPr>
              <a:t>Alpha Beta Pruning example:</a:t>
            </a:r>
            <a:endParaRPr b="1">
              <a:latin typeface="Calibri"/>
              <a:ea typeface="Calibri"/>
              <a:cs typeface="Calibri"/>
              <a:sym typeface="Calibri"/>
            </a:endParaRPr>
          </a:p>
        </p:txBody>
      </p:sp>
      <p:sp>
        <p:nvSpPr>
          <p:cNvPr id="490" name="Google Shape;490;p16"/>
          <p:cNvSpPr/>
          <p:nvPr/>
        </p:nvSpPr>
        <p:spPr>
          <a:xfrm>
            <a:off x="0"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1" name="Google Shape;491;p16"/>
          <p:cNvSpPr/>
          <p:nvPr/>
        </p:nvSpPr>
        <p:spPr>
          <a:xfrm>
            <a:off x="0" y="-184666"/>
            <a:ext cx="184731"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492" name="Google Shape;492;p16"/>
          <p:cNvPicPr preferRelativeResize="0"/>
          <p:nvPr/>
        </p:nvPicPr>
        <p:blipFill rotWithShape="1">
          <a:blip r:embed="rId3">
            <a:alphaModFix/>
          </a:blip>
          <a:srcRect b="0" l="3689" r="0" t="12157"/>
          <a:stretch/>
        </p:blipFill>
        <p:spPr>
          <a:xfrm>
            <a:off x="560225" y="1024825"/>
            <a:ext cx="11059750" cy="5545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descr="A picture containing text, map&#10;&#10;Description automatically generated" id="497" name="Google Shape;497;p17"/>
          <p:cNvPicPr preferRelativeResize="0"/>
          <p:nvPr>
            <p:ph idx="1" type="body"/>
          </p:nvPr>
        </p:nvPicPr>
        <p:blipFill rotWithShape="1">
          <a:blip r:embed="rId3">
            <a:alphaModFix/>
          </a:blip>
          <a:srcRect b="0" l="0" r="0" t="0"/>
          <a:stretch/>
        </p:blipFill>
        <p:spPr>
          <a:xfrm>
            <a:off x="398100" y="1278700"/>
            <a:ext cx="11423400" cy="5338500"/>
          </a:xfrm>
          <a:prstGeom prst="rect">
            <a:avLst/>
          </a:prstGeom>
          <a:noFill/>
          <a:ln>
            <a:noFill/>
          </a:ln>
        </p:spPr>
      </p:pic>
      <p:sp>
        <p:nvSpPr>
          <p:cNvPr id="498" name="Google Shape;498;p17"/>
          <p:cNvSpPr txBox="1"/>
          <p:nvPr>
            <p:ph type="title"/>
          </p:nvPr>
        </p:nvSpPr>
        <p:spPr>
          <a:xfrm>
            <a:off x="3026950" y="170500"/>
            <a:ext cx="6417600" cy="12930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333333"/>
              </a:buClr>
              <a:buSzPts val="2400"/>
              <a:buFont typeface="Arial"/>
              <a:buNone/>
            </a:pPr>
            <a:r>
              <a:rPr b="0" i="0" lang="en-US" sz="2800" u="none" cap="none" strike="noStrike">
                <a:solidFill>
                  <a:srgbClr val="333333"/>
                </a:solidFill>
                <a:latin typeface="Arial"/>
                <a:ea typeface="Arial"/>
                <a:cs typeface="Arial"/>
                <a:sym typeface="Arial"/>
              </a:rPr>
              <a:t>For MAX Nodes, V=max(α) &amp; α &gt;=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333333"/>
              </a:buClr>
              <a:buSzPts val="2400"/>
              <a:buFont typeface="Arial"/>
              <a:buNone/>
            </a:pPr>
            <a:r>
              <a:rPr b="0" i="0" lang="en-US" sz="2800" u="none" cap="none" strike="noStrike">
                <a:solidFill>
                  <a:srgbClr val="333333"/>
                </a:solidFill>
                <a:latin typeface="Arial"/>
                <a:ea typeface="Arial"/>
                <a:cs typeface="Arial"/>
                <a:sym typeface="Arial"/>
              </a:rPr>
              <a:t>For MIN Nodes, V=min(β)  &amp; β &gt;=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2200" u="none" cap="none" strike="noStrike">
              <a:solidFill>
                <a:schemeClr val="dk1"/>
              </a:solidFill>
              <a:latin typeface="Arial"/>
              <a:ea typeface="Arial"/>
              <a:cs typeface="Arial"/>
              <a:sym typeface="Arial"/>
            </a:endParaRPr>
          </a:p>
        </p:txBody>
      </p:sp>
      <p:cxnSp>
        <p:nvCxnSpPr>
          <p:cNvPr id="499" name="Google Shape;499;p17"/>
          <p:cNvCxnSpPr/>
          <p:nvPr/>
        </p:nvCxnSpPr>
        <p:spPr>
          <a:xfrm flipH="1" rot="10800000">
            <a:off x="6632625" y="5553900"/>
            <a:ext cx="241500" cy="161100"/>
          </a:xfrm>
          <a:prstGeom prst="straightConnector1">
            <a:avLst/>
          </a:prstGeom>
          <a:noFill/>
          <a:ln cap="flat" cmpd="sng" w="28575">
            <a:solidFill>
              <a:schemeClr val="dk2"/>
            </a:solidFill>
            <a:prstDash val="solid"/>
            <a:round/>
            <a:headEnd len="med" w="med" type="none"/>
            <a:tailEnd len="med" w="med" type="none"/>
          </a:ln>
        </p:spPr>
      </p:cxnSp>
      <p:cxnSp>
        <p:nvCxnSpPr>
          <p:cNvPr id="500" name="Google Shape;500;p17"/>
          <p:cNvCxnSpPr/>
          <p:nvPr/>
        </p:nvCxnSpPr>
        <p:spPr>
          <a:xfrm flipH="1" rot="10800000">
            <a:off x="6708825" y="5630100"/>
            <a:ext cx="241500" cy="1611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33b9238e22a_0_6"/>
          <p:cNvSpPr txBox="1"/>
          <p:nvPr>
            <p:ph type="title"/>
          </p:nvPr>
        </p:nvSpPr>
        <p:spPr>
          <a:xfrm>
            <a:off x="291033" y="149500"/>
            <a:ext cx="11610000" cy="690000"/>
          </a:xfrm>
          <a:prstGeom prst="rect">
            <a:avLst/>
          </a:prstGeom>
          <a:noFill/>
          <a:ln>
            <a:noFill/>
          </a:ln>
        </p:spPr>
        <p:txBody>
          <a:bodyPr anchorCtr="0" anchor="t" bIns="0" lIns="0" spcFirstLastPara="1" rIns="0" wrap="square" tIns="12700">
            <a:spAutoFit/>
          </a:bodyPr>
          <a:lstStyle/>
          <a:p>
            <a:pPr indent="0" lvl="0" marL="3980178" rtl="0" algn="l">
              <a:lnSpc>
                <a:spcPct val="100000"/>
              </a:lnSpc>
              <a:spcBef>
                <a:spcPts val="0"/>
              </a:spcBef>
              <a:spcAft>
                <a:spcPts val="0"/>
              </a:spcAft>
              <a:buNone/>
            </a:pPr>
            <a:r>
              <a:rPr lang="en-US"/>
              <a:t>Alpha-Beta Quiz</a:t>
            </a:r>
            <a:endParaRPr/>
          </a:p>
        </p:txBody>
      </p:sp>
      <p:pic>
        <p:nvPicPr>
          <p:cNvPr id="506" name="Google Shape;506;g33b9238e22a_0_6"/>
          <p:cNvPicPr preferRelativeResize="0"/>
          <p:nvPr/>
        </p:nvPicPr>
        <p:blipFill rotWithShape="1">
          <a:blip r:embed="rId3">
            <a:alphaModFix/>
          </a:blip>
          <a:srcRect b="0" l="0" r="0" t="0"/>
          <a:stretch/>
        </p:blipFill>
        <p:spPr>
          <a:xfrm>
            <a:off x="3225800" y="1143000"/>
            <a:ext cx="6350000" cy="4724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33b9238e22a_0_11"/>
          <p:cNvSpPr txBox="1"/>
          <p:nvPr>
            <p:ph type="title"/>
          </p:nvPr>
        </p:nvSpPr>
        <p:spPr>
          <a:xfrm>
            <a:off x="291033" y="149500"/>
            <a:ext cx="11610000" cy="690000"/>
          </a:xfrm>
          <a:prstGeom prst="rect">
            <a:avLst/>
          </a:prstGeom>
          <a:noFill/>
          <a:ln>
            <a:noFill/>
          </a:ln>
        </p:spPr>
        <p:txBody>
          <a:bodyPr anchorCtr="0" anchor="t" bIns="0" lIns="0" spcFirstLastPara="1" rIns="0" wrap="square" tIns="12700">
            <a:spAutoFit/>
          </a:bodyPr>
          <a:lstStyle/>
          <a:p>
            <a:pPr indent="0" lvl="0" marL="3775075" rtl="0" algn="l">
              <a:lnSpc>
                <a:spcPct val="100000"/>
              </a:lnSpc>
              <a:spcBef>
                <a:spcPts val="0"/>
              </a:spcBef>
              <a:spcAft>
                <a:spcPts val="0"/>
              </a:spcAft>
              <a:buNone/>
            </a:pPr>
            <a:r>
              <a:rPr lang="en-US"/>
              <a:t>Alpha-Beta Quiz 2</a:t>
            </a:r>
            <a:endParaRPr/>
          </a:p>
        </p:txBody>
      </p:sp>
      <p:pic>
        <p:nvPicPr>
          <p:cNvPr id="512" name="Google Shape;512;g33b9238e22a_0_11"/>
          <p:cNvPicPr preferRelativeResize="0"/>
          <p:nvPr/>
        </p:nvPicPr>
        <p:blipFill rotWithShape="1">
          <a:blip r:embed="rId3">
            <a:alphaModFix/>
          </a:blip>
          <a:srcRect b="0" l="0" r="0" t="0"/>
          <a:stretch/>
        </p:blipFill>
        <p:spPr>
          <a:xfrm>
            <a:off x="1816100" y="1006618"/>
            <a:ext cx="8890000" cy="544553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g33baac5e167_0_342"/>
          <p:cNvPicPr preferRelativeResize="0"/>
          <p:nvPr/>
        </p:nvPicPr>
        <p:blipFill>
          <a:blip r:embed="rId3">
            <a:alphaModFix/>
          </a:blip>
          <a:stretch>
            <a:fillRect/>
          </a:stretch>
        </p:blipFill>
        <p:spPr>
          <a:xfrm>
            <a:off x="103613" y="3397725"/>
            <a:ext cx="11984775" cy="2117175"/>
          </a:xfrm>
          <a:prstGeom prst="rect">
            <a:avLst/>
          </a:prstGeom>
          <a:noFill/>
          <a:ln>
            <a:noFill/>
          </a:ln>
        </p:spPr>
      </p:pic>
      <p:sp>
        <p:nvSpPr>
          <p:cNvPr id="518" name="Google Shape;518;g33baac5e167_0_342"/>
          <p:cNvSpPr txBox="1"/>
          <p:nvPr/>
        </p:nvSpPr>
        <p:spPr>
          <a:xfrm>
            <a:off x="218750" y="296025"/>
            <a:ext cx="78234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800">
                <a:solidFill>
                  <a:schemeClr val="dk2"/>
                </a:solidFill>
                <a:latin typeface="Calibri"/>
                <a:ea typeface="Calibri"/>
                <a:cs typeface="Calibri"/>
                <a:sym typeface="Calibri"/>
              </a:rPr>
              <a:t>Heuristic AlphaBeta Tree Search</a:t>
            </a:r>
            <a:endParaRPr b="1" sz="3800">
              <a:solidFill>
                <a:schemeClr val="dk2"/>
              </a:solidFill>
              <a:latin typeface="Calibri"/>
              <a:ea typeface="Calibri"/>
              <a:cs typeface="Calibri"/>
              <a:sym typeface="Calibri"/>
            </a:endParaRPr>
          </a:p>
        </p:txBody>
      </p:sp>
      <p:pic>
        <p:nvPicPr>
          <p:cNvPr id="519" name="Google Shape;519;g33baac5e167_0_342"/>
          <p:cNvPicPr preferRelativeResize="0"/>
          <p:nvPr/>
        </p:nvPicPr>
        <p:blipFill>
          <a:blip r:embed="rId4">
            <a:alphaModFix/>
          </a:blip>
          <a:stretch>
            <a:fillRect/>
          </a:stretch>
        </p:blipFill>
        <p:spPr>
          <a:xfrm>
            <a:off x="103625" y="1136425"/>
            <a:ext cx="11819749" cy="1562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2020-03-08T18:48:57Z</dcterms:created>
  <dc:creator>Saeeda</dc:creator>
</cp:coreProperties>
</file>